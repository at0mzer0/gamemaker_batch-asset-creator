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>
        <p:scale>
          <a:sx n="100" d="100"/>
          <a:sy n="100" d="100"/>
        </p:scale>
        <p:origin x="372" y="-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E50F9-AC2A-4839-AB02-CEF1F327A69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0BC12-9105-47A7-8DE5-33773398E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1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0BC12-9105-47A7-8DE5-33773398EA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4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9ECA-8076-DCC1-EC90-06E962FC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F2EDB-4940-C441-94CB-8F0DD2BEF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19CAF-8A1B-F464-A1D4-238A04ED1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3ABA8-BA71-7163-C633-0BD403D1A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0BC12-9105-47A7-8DE5-33773398EA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54D9-A420-6E5D-DE5B-FA989D56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740B0-99D1-581D-69BF-388A45888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34EAC-A897-B10D-C83F-30BEAE105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F661B-63EC-FA91-683E-9DF337F63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0BC12-9105-47A7-8DE5-33773398EA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79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DA28-914E-7EE0-EDC7-DB7A6CAF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720BE-981E-944A-B053-C9AC6466D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7C5A1-F3EE-BBFA-2E1F-26962078C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33842-9F7A-C45F-7B56-D77A0565B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0BC12-9105-47A7-8DE5-33773398EA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43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3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2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7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26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7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5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B2AA7-DCF2-4A32-A5FB-73DE0E0297C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BAC19-CCBD-48F9-A38F-DB4FC4683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0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7B21D3F4-33DD-5E64-FD4F-B71B8E2AAF7C}"/>
              </a:ext>
            </a:extLst>
          </p:cNvPr>
          <p:cNvGrpSpPr/>
          <p:nvPr/>
        </p:nvGrpSpPr>
        <p:grpSpPr>
          <a:xfrm>
            <a:off x="7309949" y="4577027"/>
            <a:ext cx="4369797" cy="2419344"/>
            <a:chOff x="569203" y="5118550"/>
            <a:chExt cx="3821486" cy="206721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B1BA08A-9AE1-F21E-6444-FACA6B493D52}"/>
                </a:ext>
              </a:extLst>
            </p:cNvPr>
            <p:cNvGrpSpPr/>
            <p:nvPr/>
          </p:nvGrpSpPr>
          <p:grpSpPr>
            <a:xfrm>
              <a:off x="569203" y="5118550"/>
              <a:ext cx="3683798" cy="1738494"/>
              <a:chOff x="263989" y="4572000"/>
              <a:chExt cx="3683798" cy="173849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44E8B2D-C9BD-F140-D873-2C310105D1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3989" y="4572000"/>
                <a:ext cx="3683798" cy="1738494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DA0B78E-2EB4-EE30-0170-AA1BB2300F21}"/>
                  </a:ext>
                </a:extLst>
              </p:cNvPr>
              <p:cNvSpPr/>
              <p:nvPr/>
            </p:nvSpPr>
            <p:spPr>
              <a:xfrm>
                <a:off x="489304" y="5089466"/>
                <a:ext cx="1088036" cy="404553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3CAEE04-C0EA-6979-53B0-B2B76D0D9B0F}"/>
                </a:ext>
              </a:extLst>
            </p:cNvPr>
            <p:cNvGrpSpPr/>
            <p:nvPr/>
          </p:nvGrpSpPr>
          <p:grpSpPr>
            <a:xfrm>
              <a:off x="1768128" y="6173166"/>
              <a:ext cx="2622561" cy="1012600"/>
              <a:chOff x="2117719" y="5623532"/>
              <a:chExt cx="2622561" cy="1012600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A7519E2-6CAD-DA9A-5139-89191700E3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7719" y="5623532"/>
                <a:ext cx="2622561" cy="1012600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E51439B-2A09-0877-B582-548C47003090}"/>
                  </a:ext>
                </a:extLst>
              </p:cNvPr>
              <p:cNvSpPr/>
              <p:nvPr/>
            </p:nvSpPr>
            <p:spPr>
              <a:xfrm>
                <a:off x="2117719" y="5623532"/>
                <a:ext cx="2622561" cy="1012600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EBB2D3DB-446E-9494-8470-2D48220C2D56}"/>
              </a:ext>
            </a:extLst>
          </p:cNvPr>
          <p:cNvSpPr/>
          <p:nvPr/>
        </p:nvSpPr>
        <p:spPr>
          <a:xfrm>
            <a:off x="6493620" y="7767834"/>
            <a:ext cx="4374553" cy="402574"/>
          </a:xfrm>
          <a:prstGeom prst="snip2DiagRect">
            <a:avLst>
              <a:gd name="adj1" fmla="val 0"/>
              <a:gd name="adj2" fmla="val 22777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Diagonal Corners Snipped 56">
            <a:extLst>
              <a:ext uri="{FF2B5EF4-FFF2-40B4-BE49-F238E27FC236}">
                <a16:creationId xmlns:a16="http://schemas.microsoft.com/office/drawing/2014/main" id="{0020C536-25AC-C2E6-E8AC-C016A2FF802E}"/>
              </a:ext>
            </a:extLst>
          </p:cNvPr>
          <p:cNvSpPr/>
          <p:nvPr/>
        </p:nvSpPr>
        <p:spPr>
          <a:xfrm>
            <a:off x="5080254" y="5103255"/>
            <a:ext cx="1823312" cy="1974149"/>
          </a:xfrm>
          <a:prstGeom prst="snip2DiagRect">
            <a:avLst>
              <a:gd name="adj1" fmla="val 0"/>
              <a:gd name="adj2" fmla="val 14377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5E23192E-0F3D-D2E5-FB9C-3475754C735B}"/>
              </a:ext>
            </a:extLst>
          </p:cNvPr>
          <p:cNvSpPr/>
          <p:nvPr/>
        </p:nvSpPr>
        <p:spPr>
          <a:xfrm>
            <a:off x="176380" y="732187"/>
            <a:ext cx="5204598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EAFA8386-61EC-1F8A-499C-E7AD58F6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7" y="732187"/>
            <a:ext cx="4873842" cy="3449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Select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Browse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 under the </a:t>
            </a:r>
            <a:r>
              <a:rPr lang="en-US" sz="1400" dirty="0">
                <a:solidFill>
                  <a:srgbClr val="92D050"/>
                </a:solidFill>
                <a:latin typeface="+mn-lt"/>
              </a:rPr>
              <a:t>Select Sprites Directory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section</a:t>
            </a: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F64AB6B7-D2B5-195E-94AA-0ACD3DC7BD7A}"/>
              </a:ext>
            </a:extLst>
          </p:cNvPr>
          <p:cNvSpPr/>
          <p:nvPr/>
        </p:nvSpPr>
        <p:spPr>
          <a:xfrm>
            <a:off x="6251569" y="3403104"/>
            <a:ext cx="5597385" cy="65221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BF89965B-FFFE-C5E2-8183-72957C0AC056}"/>
              </a:ext>
            </a:extLst>
          </p:cNvPr>
          <p:cNvSpPr txBox="1">
            <a:spLocks/>
          </p:cNvSpPr>
          <p:nvPr/>
        </p:nvSpPr>
        <p:spPr>
          <a:xfrm>
            <a:off x="5177370" y="5006522"/>
            <a:ext cx="1608258" cy="207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+mn-lt"/>
            </a:endParaRPr>
          </a:p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Sprites should be named with a prefix like s or spr.  It can be anything, but all sprite names need to begin with it.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61A32FE-EF9C-6DD2-E5FE-198F6A32C91E}"/>
              </a:ext>
            </a:extLst>
          </p:cNvPr>
          <p:cNvGrpSpPr/>
          <p:nvPr/>
        </p:nvGrpSpPr>
        <p:grpSpPr>
          <a:xfrm>
            <a:off x="453719" y="1249653"/>
            <a:ext cx="5369958" cy="674711"/>
            <a:chOff x="3156304" y="546627"/>
            <a:chExt cx="5369958" cy="67471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4C7FBC-43E0-A446-A785-0CB91B357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6304" y="546627"/>
              <a:ext cx="5369958" cy="674711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B4F709-1DAD-85E3-DF85-C1A03BD15C2C}"/>
                </a:ext>
              </a:extLst>
            </p:cNvPr>
            <p:cNvSpPr/>
            <p:nvPr/>
          </p:nvSpPr>
          <p:spPr>
            <a:xfrm>
              <a:off x="7647374" y="763481"/>
              <a:ext cx="844165" cy="365291"/>
            </a:xfrm>
            <a:prstGeom prst="rect">
              <a:avLst/>
            </a:prstGeom>
            <a:noFill/>
            <a:ln>
              <a:solidFill>
                <a:srgbClr val="FF00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itle 3">
            <a:extLst>
              <a:ext uri="{FF2B5EF4-FFF2-40B4-BE49-F238E27FC236}">
                <a16:creationId xmlns:a16="http://schemas.microsoft.com/office/drawing/2014/main" id="{4297902B-2F9E-3235-E6F7-58474EE007DF}"/>
              </a:ext>
            </a:extLst>
          </p:cNvPr>
          <p:cNvSpPr txBox="1">
            <a:spLocks/>
          </p:cNvSpPr>
          <p:nvPr/>
        </p:nvSpPr>
        <p:spPr>
          <a:xfrm>
            <a:off x="6138002" y="3461423"/>
            <a:ext cx="5431733" cy="535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Navigate to the folder that contains the sprites you want to use to create sprites and or object assets in your game maker project.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9A06298-2D5B-BB55-AA79-32C898EC4044}"/>
              </a:ext>
            </a:extLst>
          </p:cNvPr>
          <p:cNvGrpSpPr/>
          <p:nvPr/>
        </p:nvGrpSpPr>
        <p:grpSpPr>
          <a:xfrm>
            <a:off x="7309949" y="732187"/>
            <a:ext cx="4186410" cy="2489369"/>
            <a:chOff x="6587939" y="309987"/>
            <a:chExt cx="5211700" cy="3099038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B4C0F44-B8AD-43A8-321E-C2BAD9D44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7939" y="309987"/>
              <a:ext cx="5211700" cy="3099038"/>
            </a:xfrm>
            <a:prstGeom prst="rect">
              <a:avLst/>
            </a:prstGeom>
            <a:ln>
              <a:solidFill>
                <a:srgbClr val="00FFFF"/>
              </a:solidFill>
            </a:ln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B865BF0-BAC0-788F-DF6A-8AAEAB0E4D0D}"/>
                </a:ext>
              </a:extLst>
            </p:cNvPr>
            <p:cNvSpPr/>
            <p:nvPr/>
          </p:nvSpPr>
          <p:spPr>
            <a:xfrm>
              <a:off x="10235953" y="3107185"/>
              <a:ext cx="807868" cy="221942"/>
            </a:xfrm>
            <a:prstGeom prst="rect">
              <a:avLst/>
            </a:prstGeom>
            <a:noFill/>
            <a:ln>
              <a:solidFill>
                <a:srgbClr val="FF00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itle 3">
            <a:extLst>
              <a:ext uri="{FF2B5EF4-FFF2-40B4-BE49-F238E27FC236}">
                <a16:creationId xmlns:a16="http://schemas.microsoft.com/office/drawing/2014/main" id="{C74CAA2E-2671-6536-8FE9-A9F2028B513B}"/>
              </a:ext>
            </a:extLst>
          </p:cNvPr>
          <p:cNvSpPr txBox="1">
            <a:spLocks/>
          </p:cNvSpPr>
          <p:nvPr/>
        </p:nvSpPr>
        <p:spPr>
          <a:xfrm>
            <a:off x="6579407" y="7700643"/>
            <a:ext cx="4288766" cy="555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+mn-lt"/>
            </a:endParaRP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The folder you use should only contain sprites for import.</a:t>
            </a:r>
          </a:p>
          <a:p>
            <a:endParaRPr lang="en-US" sz="1400" dirty="0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0DC6327-47C3-D3D9-634F-27127B9F7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4992CB1-4FA2-2658-380C-DBD608967DD3}"/>
              </a:ext>
            </a:extLst>
          </p:cNvPr>
          <p:cNvSpPr/>
          <p:nvPr/>
        </p:nvSpPr>
        <p:spPr>
          <a:xfrm>
            <a:off x="490704" y="3346127"/>
            <a:ext cx="4020387" cy="50292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41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AE7C1-2C85-E5FF-61B8-0A4BF4D6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7D9F5A5D-C1B6-173C-6AA5-C5F9D0E6C84E}"/>
              </a:ext>
            </a:extLst>
          </p:cNvPr>
          <p:cNvSpPr/>
          <p:nvPr/>
        </p:nvSpPr>
        <p:spPr>
          <a:xfrm>
            <a:off x="176380" y="737827"/>
            <a:ext cx="6002916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76C7BA74-4C44-C3D7-F88E-D7EF8995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80" y="730178"/>
            <a:ext cx="6002916" cy="3449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Select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Browse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 under the </a:t>
            </a:r>
            <a:r>
              <a:rPr lang="en-US" sz="1400" dirty="0">
                <a:solidFill>
                  <a:srgbClr val="92D050"/>
                </a:solidFill>
                <a:latin typeface="+mn-lt"/>
              </a:rPr>
              <a:t>Select Game Maker Project Directory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section.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FB37ED0-9BB0-9C83-BDB0-FDA8D030E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A63BF8-E165-A988-E53A-192706D56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60" y="1184310"/>
            <a:ext cx="5797436" cy="8493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C8E580-17AC-4359-BDE8-2D081A374CB4}"/>
              </a:ext>
            </a:extLst>
          </p:cNvPr>
          <p:cNvSpPr/>
          <p:nvPr/>
        </p:nvSpPr>
        <p:spPr>
          <a:xfrm>
            <a:off x="490704" y="3886201"/>
            <a:ext cx="4020387" cy="50292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03E339-2E21-AFC6-1BB9-03300264DAFD}"/>
              </a:ext>
            </a:extLst>
          </p:cNvPr>
          <p:cNvGrpSpPr/>
          <p:nvPr/>
        </p:nvGrpSpPr>
        <p:grpSpPr>
          <a:xfrm>
            <a:off x="5574032" y="6875663"/>
            <a:ext cx="5544524" cy="1974149"/>
            <a:chOff x="5551911" y="6683855"/>
            <a:chExt cx="5544524" cy="197414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E1C753-121E-DDF9-7438-85DA454B4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1113" y="6683855"/>
              <a:ext cx="2825322" cy="1974149"/>
            </a:xfrm>
            <a:prstGeom prst="rect">
              <a:avLst/>
            </a:prstGeom>
          </p:spPr>
        </p:pic>
        <p:sp>
          <p:nvSpPr>
            <p:cNvPr id="15" name="Rectangle: Diagonal Corners Snipped 14">
              <a:extLst>
                <a:ext uri="{FF2B5EF4-FFF2-40B4-BE49-F238E27FC236}">
                  <a16:creationId xmlns:a16="http://schemas.microsoft.com/office/drawing/2014/main" id="{CE08B57F-69C3-A51D-C297-43D7BFA48296}"/>
                </a:ext>
              </a:extLst>
            </p:cNvPr>
            <p:cNvSpPr/>
            <p:nvPr/>
          </p:nvSpPr>
          <p:spPr>
            <a:xfrm>
              <a:off x="5551911" y="7071678"/>
              <a:ext cx="2785405" cy="1295412"/>
            </a:xfrm>
            <a:prstGeom prst="snip2DiagRect">
              <a:avLst>
                <a:gd name="adj1" fmla="val 0"/>
                <a:gd name="adj2" fmla="val 14377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itle 3">
              <a:extLst>
                <a:ext uri="{FF2B5EF4-FFF2-40B4-BE49-F238E27FC236}">
                  <a16:creationId xmlns:a16="http://schemas.microsoft.com/office/drawing/2014/main" id="{6E530BC5-7507-0757-8701-99C528A9AEE1}"/>
                </a:ext>
              </a:extLst>
            </p:cNvPr>
            <p:cNvSpPr txBox="1">
              <a:spLocks/>
            </p:cNvSpPr>
            <p:nvPr/>
          </p:nvSpPr>
          <p:spPr>
            <a:xfrm>
              <a:off x="5551911" y="7130916"/>
              <a:ext cx="2697093" cy="11769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+mn-lt"/>
                </a:rPr>
                <a:t>Click Select Folder.  The project file will load and get all the Game Maker folders that exist in the project.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FCB539-30F9-88A3-F650-740004EC8A04}"/>
              </a:ext>
            </a:extLst>
          </p:cNvPr>
          <p:cNvGrpSpPr/>
          <p:nvPr/>
        </p:nvGrpSpPr>
        <p:grpSpPr>
          <a:xfrm>
            <a:off x="5155707" y="3471317"/>
            <a:ext cx="6545589" cy="3017528"/>
            <a:chOff x="4809926" y="3144135"/>
            <a:chExt cx="6545589" cy="30175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1ABD68-2E76-A829-518A-85E07BBE3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35099" y="3144135"/>
              <a:ext cx="5920416" cy="243948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43B449-21F8-4FE2-010A-E4F2CCE2E6A1}"/>
                </a:ext>
              </a:extLst>
            </p:cNvPr>
            <p:cNvSpPr/>
            <p:nvPr/>
          </p:nvSpPr>
          <p:spPr>
            <a:xfrm>
              <a:off x="10078459" y="5363569"/>
              <a:ext cx="694316" cy="220047"/>
            </a:xfrm>
            <a:prstGeom prst="rect">
              <a:avLst/>
            </a:prstGeom>
            <a:noFill/>
            <a:ln>
              <a:solidFill>
                <a:srgbClr val="FF00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Diagonal Corners Snipped 56">
              <a:extLst>
                <a:ext uri="{FF2B5EF4-FFF2-40B4-BE49-F238E27FC236}">
                  <a16:creationId xmlns:a16="http://schemas.microsoft.com/office/drawing/2014/main" id="{B2CCAE60-5579-19FB-78AF-113EEDB9200F}"/>
                </a:ext>
              </a:extLst>
            </p:cNvPr>
            <p:cNvSpPr/>
            <p:nvPr/>
          </p:nvSpPr>
          <p:spPr>
            <a:xfrm>
              <a:off x="4809926" y="5505102"/>
              <a:ext cx="5160041" cy="656561"/>
            </a:xfrm>
            <a:prstGeom prst="snip2DiagRect">
              <a:avLst>
                <a:gd name="adj1" fmla="val 0"/>
                <a:gd name="adj2" fmla="val 14377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itle 3">
              <a:extLst>
                <a:ext uri="{FF2B5EF4-FFF2-40B4-BE49-F238E27FC236}">
                  <a16:creationId xmlns:a16="http://schemas.microsoft.com/office/drawing/2014/main" id="{A1B44E2F-D241-3F67-A39A-EE52AE27BCB6}"/>
                </a:ext>
              </a:extLst>
            </p:cNvPr>
            <p:cNvSpPr txBox="1">
              <a:spLocks/>
            </p:cNvSpPr>
            <p:nvPr/>
          </p:nvSpPr>
          <p:spPr>
            <a:xfrm>
              <a:off x="4891726" y="5587042"/>
              <a:ext cx="4996440" cy="4798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+mn-lt"/>
                </a:rPr>
                <a:t>Navigate to the Game Maker project directory that the new assets will be added to.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F5ECE7E-5AD5-A4F7-B3CE-3955BE7F0741}"/>
              </a:ext>
            </a:extLst>
          </p:cNvPr>
          <p:cNvSpPr/>
          <p:nvPr/>
        </p:nvSpPr>
        <p:spPr>
          <a:xfrm>
            <a:off x="5225496" y="1470573"/>
            <a:ext cx="899080" cy="421827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6271BF-E6F2-8B79-E9B6-9FB43FCB546B}"/>
              </a:ext>
            </a:extLst>
          </p:cNvPr>
          <p:cNvGrpSpPr/>
          <p:nvPr/>
        </p:nvGrpSpPr>
        <p:grpSpPr>
          <a:xfrm>
            <a:off x="7592615" y="217104"/>
            <a:ext cx="4108681" cy="3060302"/>
            <a:chOff x="7592614" y="147848"/>
            <a:chExt cx="4108681" cy="30603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957B321-F199-20FC-297A-B6B38678D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92614" y="147848"/>
              <a:ext cx="4108681" cy="2701078"/>
            </a:xfrm>
            <a:prstGeom prst="rect">
              <a:avLst/>
            </a:prstGeom>
          </p:spPr>
        </p:pic>
        <p:sp>
          <p:nvSpPr>
            <p:cNvPr id="22" name="Rectangle: Diagonal Corners Snipped 21">
              <a:extLst>
                <a:ext uri="{FF2B5EF4-FFF2-40B4-BE49-F238E27FC236}">
                  <a16:creationId xmlns:a16="http://schemas.microsoft.com/office/drawing/2014/main" id="{AB383AAD-B173-7A26-4BB6-3F6245B869F8}"/>
                </a:ext>
              </a:extLst>
            </p:cNvPr>
            <p:cNvSpPr/>
            <p:nvPr/>
          </p:nvSpPr>
          <p:spPr>
            <a:xfrm>
              <a:off x="8458460" y="2819150"/>
              <a:ext cx="3242835" cy="389000"/>
            </a:xfrm>
            <a:prstGeom prst="snip2DiagRect">
              <a:avLst>
                <a:gd name="adj1" fmla="val 0"/>
                <a:gd name="adj2" fmla="val 14377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/>
                <a:t>Game Maker project folder in file explorer</a:t>
              </a:r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5002E8D2-86C0-748D-0A59-912D5C09BAC9}"/>
              </a:ext>
            </a:extLst>
          </p:cNvPr>
          <p:cNvSpPr txBox="1">
            <a:spLocks/>
          </p:cNvSpPr>
          <p:nvPr/>
        </p:nvSpPr>
        <p:spPr>
          <a:xfrm>
            <a:off x="6908640" y="2819152"/>
            <a:ext cx="2697093" cy="1176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557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34588-7ED4-C132-3BC6-F4370671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E8C83652-58D8-4000-E8A9-1DD92FC472E8}"/>
              </a:ext>
            </a:extLst>
          </p:cNvPr>
          <p:cNvSpPr/>
          <p:nvPr/>
        </p:nvSpPr>
        <p:spPr>
          <a:xfrm>
            <a:off x="176380" y="732187"/>
            <a:ext cx="6002916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F212890E-4AED-A49D-1A2A-46805D33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7" y="732187"/>
            <a:ext cx="6719707" cy="3449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Select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Object / Sprite target folders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 with the </a:t>
            </a:r>
            <a:r>
              <a:rPr lang="en-US" sz="1400" dirty="0">
                <a:solidFill>
                  <a:srgbClr val="92D050"/>
                </a:solidFill>
                <a:latin typeface="+mn-lt"/>
              </a:rPr>
              <a:t>dropdown selection menu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773E1EF-3175-5D50-A2A1-D83DD1DB6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E7B517-5533-AD40-0F7E-D6F8496E64CC}"/>
              </a:ext>
            </a:extLst>
          </p:cNvPr>
          <p:cNvSpPr/>
          <p:nvPr/>
        </p:nvSpPr>
        <p:spPr>
          <a:xfrm>
            <a:off x="490704" y="4381500"/>
            <a:ext cx="4020387" cy="89154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D19421-C673-D147-766A-324EB13858DC}"/>
              </a:ext>
            </a:extLst>
          </p:cNvPr>
          <p:cNvGrpSpPr/>
          <p:nvPr/>
        </p:nvGrpSpPr>
        <p:grpSpPr>
          <a:xfrm>
            <a:off x="5042658" y="1170564"/>
            <a:ext cx="6741431" cy="7297372"/>
            <a:chOff x="5026079" y="1435791"/>
            <a:chExt cx="6741431" cy="729737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A7B1814-376C-B593-C99E-09FDBEE502E5}"/>
                </a:ext>
              </a:extLst>
            </p:cNvPr>
            <p:cNvGrpSpPr/>
            <p:nvPr/>
          </p:nvGrpSpPr>
          <p:grpSpPr>
            <a:xfrm>
              <a:off x="6456230" y="1435791"/>
              <a:ext cx="4775699" cy="3955937"/>
              <a:chOff x="6855571" y="1215134"/>
              <a:chExt cx="4775699" cy="395593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37B9F2B-AEEF-02C1-9FA9-AED5F9321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5572" y="1215134"/>
                <a:ext cx="4521188" cy="1780605"/>
              </a:xfrm>
              <a:prstGeom prst="rect">
                <a:avLst/>
              </a:prstGeom>
              <a:ln>
                <a:solidFill>
                  <a:srgbClr val="00FFFF"/>
                </a:solidFill>
              </a:ln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5418564-2EB1-4161-8062-AA01C27E67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5571" y="3196922"/>
                <a:ext cx="4521188" cy="1974149"/>
              </a:xfrm>
              <a:prstGeom prst="rect">
                <a:avLst/>
              </a:prstGeom>
              <a:ln>
                <a:solidFill>
                  <a:srgbClr val="00FFFF"/>
                </a:solidFill>
              </a:ln>
            </p:spPr>
          </p:pic>
          <p:sp>
            <p:nvSpPr>
              <p:cNvPr id="57" name="Rectangle: Diagonal Corners Snipped 56">
                <a:extLst>
                  <a:ext uri="{FF2B5EF4-FFF2-40B4-BE49-F238E27FC236}">
                    <a16:creationId xmlns:a16="http://schemas.microsoft.com/office/drawing/2014/main" id="{FAF2B69D-DD68-F7A7-1886-2B0899872E68}"/>
                  </a:ext>
                </a:extLst>
              </p:cNvPr>
              <p:cNvSpPr/>
              <p:nvPr/>
            </p:nvSpPr>
            <p:spPr>
              <a:xfrm>
                <a:off x="10183079" y="2367660"/>
                <a:ext cx="1448190" cy="1829670"/>
              </a:xfrm>
              <a:prstGeom prst="snip2DiagRect">
                <a:avLst>
                  <a:gd name="adj1" fmla="val 0"/>
                  <a:gd name="adj2" fmla="val 13559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itle 3">
                <a:extLst>
                  <a:ext uri="{FF2B5EF4-FFF2-40B4-BE49-F238E27FC236}">
                    <a16:creationId xmlns:a16="http://schemas.microsoft.com/office/drawing/2014/main" id="{AB3DDAC7-B792-2BB4-8351-5F49923920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83080" y="2367660"/>
                <a:ext cx="1448190" cy="182966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bg1">
                      <a:lumMod val="95000"/>
                    </a:schemeClr>
                  </a:solidFill>
                  <a:latin typeface="+mn-lt"/>
                </a:endParaRPr>
              </a:p>
              <a:p>
                <a:pPr algn="ctr"/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+mn-lt"/>
                  </a:rPr>
                  <a:t>Object &amp; Sprite assets created in the Game Maker project will be put in these folders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bg1">
                      <a:lumMod val="95000"/>
                    </a:schemeClr>
                  </a:solidFill>
                  <a:latin typeface="+mn-lt"/>
                </a:endParaRP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1E04D90-E11F-D22D-8735-5E3EDA40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0275" y="5274414"/>
              <a:ext cx="1787235" cy="3458749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495D07A-C5A0-DB7B-44FE-C1D391D80CDB}"/>
                </a:ext>
              </a:extLst>
            </p:cNvPr>
            <p:cNvGrpSpPr/>
            <p:nvPr/>
          </p:nvGrpSpPr>
          <p:grpSpPr>
            <a:xfrm>
              <a:off x="5026079" y="6031386"/>
              <a:ext cx="4839924" cy="1652767"/>
              <a:chOff x="5026079" y="6031386"/>
              <a:chExt cx="4839924" cy="1652767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1C41624-6A97-4768-D137-DE1AB9373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6079" y="6031386"/>
                <a:ext cx="4643701" cy="1031059"/>
              </a:xfrm>
              <a:prstGeom prst="rect">
                <a:avLst/>
              </a:prstGeom>
              <a:ln>
                <a:solidFill>
                  <a:srgbClr val="00FFFF"/>
                </a:solidFill>
              </a:ln>
            </p:spPr>
          </p:pic>
          <p:sp>
            <p:nvSpPr>
              <p:cNvPr id="11" name="Rectangle: Diagonal Corners Snipped 10">
                <a:extLst>
                  <a:ext uri="{FF2B5EF4-FFF2-40B4-BE49-F238E27FC236}">
                    <a16:creationId xmlns:a16="http://schemas.microsoft.com/office/drawing/2014/main" id="{F5042706-296C-8593-D385-D59057992EF3}"/>
                  </a:ext>
                </a:extLst>
              </p:cNvPr>
              <p:cNvSpPr/>
              <p:nvPr/>
            </p:nvSpPr>
            <p:spPr>
              <a:xfrm>
                <a:off x="5776154" y="7224511"/>
                <a:ext cx="4089849" cy="459642"/>
              </a:xfrm>
              <a:prstGeom prst="snip2DiagRect">
                <a:avLst>
                  <a:gd name="adj1" fmla="val 0"/>
                  <a:gd name="adj2" fmla="val 40659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itle 3">
                <a:extLst>
                  <a:ext uri="{FF2B5EF4-FFF2-40B4-BE49-F238E27FC236}">
                    <a16:creationId xmlns:a16="http://schemas.microsoft.com/office/drawing/2014/main" id="{62DE6A24-165C-E40D-2413-64A25762ED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7706" y="7224510"/>
                <a:ext cx="3779238" cy="45964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bg1">
                      <a:lumMod val="95000"/>
                    </a:schemeClr>
                  </a:solidFill>
                  <a:latin typeface="+mn-lt"/>
                </a:endParaRPr>
              </a:p>
              <a:p>
                <a:pPr algn="ctr"/>
                <a:r>
                  <a:rPr lang="en-US" sz="1200" i="1" dirty="0">
                    <a:solidFill>
                      <a:schemeClr val="bg1">
                        <a:lumMod val="95000"/>
                      </a:schemeClr>
                    </a:solidFill>
                    <a:latin typeface="+mn-lt"/>
                  </a:rPr>
                  <a:t>Example: Sprites &amp; Objects that were created in the Game Maker project selected folders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bg1">
                      <a:lumMod val="95000"/>
                    </a:schemeClr>
                  </a:solidFill>
                  <a:latin typeface="+mn-lt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3162575-26DE-74A2-A5A0-089022ACB3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911" y="1170564"/>
            <a:ext cx="5601482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4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98763-9B65-5496-2EF0-2492BBF7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D88ABAF5-577B-27FF-C72A-0F08C77ED829}"/>
              </a:ext>
            </a:extLst>
          </p:cNvPr>
          <p:cNvSpPr/>
          <p:nvPr/>
        </p:nvSpPr>
        <p:spPr>
          <a:xfrm>
            <a:off x="176380" y="732187"/>
            <a:ext cx="5363360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F7C61C0C-4F6A-E96D-2BFC-A3206C1D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7" y="732187"/>
            <a:ext cx="5103583" cy="3449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Enter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Object / Sprite name prefix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 into the </a:t>
            </a:r>
            <a:r>
              <a:rPr lang="en-US" sz="1400" dirty="0">
                <a:solidFill>
                  <a:srgbClr val="92D050"/>
                </a:solidFill>
                <a:latin typeface="+mn-lt"/>
              </a:rPr>
              <a:t>Name Prefix fields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C885DC3-8843-365D-A0D1-C20EEA1A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5A2F9D-BD54-80D4-8E45-0C81B273A16E}"/>
              </a:ext>
            </a:extLst>
          </p:cNvPr>
          <p:cNvSpPr/>
          <p:nvPr/>
        </p:nvSpPr>
        <p:spPr>
          <a:xfrm>
            <a:off x="490704" y="5273040"/>
            <a:ext cx="4020387" cy="746760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5D0853-460A-DBFB-E0A6-3E833A338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01" y="1220644"/>
            <a:ext cx="5650696" cy="623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FAD7CDE-DA53-B620-3E3C-B264E7B1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62" y="1793251"/>
            <a:ext cx="5620534" cy="54300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2964319-3AD2-65DE-81ED-3FB77AD56311}"/>
              </a:ext>
            </a:extLst>
          </p:cNvPr>
          <p:cNvGrpSpPr/>
          <p:nvPr/>
        </p:nvGrpSpPr>
        <p:grpSpPr>
          <a:xfrm>
            <a:off x="6883037" y="904648"/>
            <a:ext cx="5027074" cy="3210373"/>
            <a:chOff x="6757015" y="1306209"/>
            <a:chExt cx="5027074" cy="321037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4A48ACF-3D64-9D9C-0A71-3F8599B291F8}"/>
                </a:ext>
              </a:extLst>
            </p:cNvPr>
            <p:cNvGrpSpPr/>
            <p:nvPr/>
          </p:nvGrpSpPr>
          <p:grpSpPr>
            <a:xfrm>
              <a:off x="7447835" y="2649763"/>
              <a:ext cx="1913094" cy="1283890"/>
              <a:chOff x="7476753" y="2649764"/>
              <a:chExt cx="2028956" cy="1283890"/>
            </a:xfrm>
          </p:grpSpPr>
          <p:sp>
            <p:nvSpPr>
              <p:cNvPr id="11" name="Rectangle: Diagonal Corners Snipped 10">
                <a:extLst>
                  <a:ext uri="{FF2B5EF4-FFF2-40B4-BE49-F238E27FC236}">
                    <a16:creationId xmlns:a16="http://schemas.microsoft.com/office/drawing/2014/main" id="{570DD213-3B46-B8AA-AB2D-179764B0C1F6}"/>
                  </a:ext>
                </a:extLst>
              </p:cNvPr>
              <p:cNvSpPr/>
              <p:nvPr/>
            </p:nvSpPr>
            <p:spPr>
              <a:xfrm>
                <a:off x="7476753" y="2649764"/>
                <a:ext cx="2028956" cy="1283890"/>
              </a:xfrm>
              <a:prstGeom prst="snip2DiagRect">
                <a:avLst>
                  <a:gd name="adj1" fmla="val 0"/>
                  <a:gd name="adj2" fmla="val 23855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itle 3">
                <a:extLst>
                  <a:ext uri="{FF2B5EF4-FFF2-40B4-BE49-F238E27FC236}">
                    <a16:creationId xmlns:a16="http://schemas.microsoft.com/office/drawing/2014/main" id="{750B492C-C187-CF38-664C-DCBC44CC8F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15948" y="2649764"/>
                <a:ext cx="1698978" cy="128389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+mn-lt"/>
                  </a:rPr>
                  <a:t>The Sprite Name prefix should be the same that is used when naming the files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A93EA4-C2D7-7FCD-97EA-DD42409AB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7015" y="1408987"/>
              <a:ext cx="2719660" cy="1050091"/>
            </a:xfrm>
            <a:prstGeom prst="rect">
              <a:avLst/>
            </a:prstGeom>
            <a:ln>
              <a:solidFill>
                <a:srgbClr val="00FFFF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87777E5-D68E-74C0-4BAC-A81EC11F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59718" y="1306209"/>
              <a:ext cx="2124371" cy="3210373"/>
            </a:xfrm>
            <a:prstGeom prst="rect">
              <a:avLst/>
            </a:prstGeom>
            <a:ln>
              <a:solidFill>
                <a:srgbClr val="00FFFF"/>
              </a:solidFill>
            </a:ln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343CA38-A768-B9A1-2B4F-2126B9061309}"/>
              </a:ext>
            </a:extLst>
          </p:cNvPr>
          <p:cNvGrpSpPr/>
          <p:nvPr/>
        </p:nvGrpSpPr>
        <p:grpSpPr>
          <a:xfrm>
            <a:off x="4743016" y="4029456"/>
            <a:ext cx="7167095" cy="4382357"/>
            <a:chOff x="4743016" y="4029456"/>
            <a:chExt cx="7167095" cy="438235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B264991-FEBB-5146-01DD-E31F7E133249}"/>
                </a:ext>
              </a:extLst>
            </p:cNvPr>
            <p:cNvGrpSpPr/>
            <p:nvPr/>
          </p:nvGrpSpPr>
          <p:grpSpPr>
            <a:xfrm>
              <a:off x="4743016" y="4029456"/>
              <a:ext cx="7167095" cy="4382357"/>
              <a:chOff x="4807373" y="4277107"/>
              <a:chExt cx="7167095" cy="4382357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A5C1651-2BA8-56C7-57A4-27CA5412C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07373" y="4277107"/>
                <a:ext cx="4282582" cy="1631812"/>
              </a:xfrm>
              <a:prstGeom prst="rect">
                <a:avLst/>
              </a:prstGeom>
              <a:ln>
                <a:solidFill>
                  <a:srgbClr val="00FFFF"/>
                </a:solidFill>
              </a:ln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C8192E4-E80A-E3B6-4548-733CDE78A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5442" y="5210347"/>
                <a:ext cx="5769026" cy="3449117"/>
              </a:xfrm>
              <a:prstGeom prst="rect">
                <a:avLst/>
              </a:prstGeom>
              <a:ln>
                <a:solidFill>
                  <a:srgbClr val="92D050"/>
                </a:solidFill>
              </a:ln>
            </p:spPr>
          </p:pic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F4762D2-F8F7-50B0-A3D2-51857C141F8D}"/>
                  </a:ext>
                </a:extLst>
              </p:cNvPr>
              <p:cNvGrpSpPr/>
              <p:nvPr/>
            </p:nvGrpSpPr>
            <p:grpSpPr>
              <a:xfrm>
                <a:off x="5399415" y="6892212"/>
                <a:ext cx="1393169" cy="1547348"/>
                <a:chOff x="4812273" y="2750333"/>
                <a:chExt cx="1393169" cy="1547348"/>
              </a:xfrm>
            </p:grpSpPr>
            <p:sp>
              <p:nvSpPr>
                <p:cNvPr id="30" name="Rectangle: Diagonal Corners Snipped 29">
                  <a:extLst>
                    <a:ext uri="{FF2B5EF4-FFF2-40B4-BE49-F238E27FC236}">
                      <a16:creationId xmlns:a16="http://schemas.microsoft.com/office/drawing/2014/main" id="{BFFAFBBD-A836-9662-B91C-8E4DDF3F641F}"/>
                    </a:ext>
                  </a:extLst>
                </p:cNvPr>
                <p:cNvSpPr/>
                <p:nvPr/>
              </p:nvSpPr>
              <p:spPr>
                <a:xfrm>
                  <a:off x="4812273" y="2750333"/>
                  <a:ext cx="1393169" cy="1547348"/>
                </a:xfrm>
                <a:prstGeom prst="snip2DiagRect">
                  <a:avLst>
                    <a:gd name="adj1" fmla="val 0"/>
                    <a:gd name="adj2" fmla="val 16139"/>
                  </a:avLst>
                </a:prstGeom>
                <a:solidFill>
                  <a:schemeClr val="tx1"/>
                </a:solidFill>
                <a:ln>
                  <a:solidFill>
                    <a:srgbClr val="00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Title 3">
                  <a:extLst>
                    <a:ext uri="{FF2B5EF4-FFF2-40B4-BE49-F238E27FC236}">
                      <a16:creationId xmlns:a16="http://schemas.microsoft.com/office/drawing/2014/main" id="{B98352E5-0A7A-CA87-3770-5A56939455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91298" y="2800517"/>
                  <a:ext cx="1235117" cy="1446979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6858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33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/>
                  <a:r>
                    <a:rPr lang="en-US" sz="1400" dirty="0">
                      <a:solidFill>
                        <a:schemeClr val="bg1">
                          <a:lumMod val="95000"/>
                        </a:schemeClr>
                      </a:solidFill>
                      <a:latin typeface="+mn-lt"/>
                    </a:rPr>
                    <a:t>Select the sprite origin point from the dropdown selection.</a:t>
                  </a:r>
                </a:p>
              </p:txBody>
            </p:sp>
          </p:grp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067984-0E76-46A5-0872-409EB79BA8A8}"/>
                </a:ext>
              </a:extLst>
            </p:cNvPr>
            <p:cNvSpPr/>
            <p:nvPr/>
          </p:nvSpPr>
          <p:spPr>
            <a:xfrm>
              <a:off x="10922978" y="5138068"/>
              <a:ext cx="861111" cy="269944"/>
            </a:xfrm>
            <a:prstGeom prst="rect">
              <a:avLst/>
            </a:prstGeom>
            <a:noFill/>
            <a:ln>
              <a:solidFill>
                <a:srgbClr val="FF00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FC6971D-D6E2-1D21-9142-8D520E21B3E0}"/>
                </a:ext>
              </a:extLst>
            </p:cNvPr>
            <p:cNvSpPr/>
            <p:nvPr/>
          </p:nvSpPr>
          <p:spPr>
            <a:xfrm>
              <a:off x="8594090" y="5372513"/>
              <a:ext cx="222250" cy="222250"/>
            </a:xfrm>
            <a:prstGeom prst="ellipse">
              <a:avLst/>
            </a:prstGeom>
            <a:solidFill>
              <a:srgbClr val="FF00FF">
                <a:alpha val="12000"/>
              </a:srgbClr>
            </a:solidFill>
            <a:ln w="9525">
              <a:solidFill>
                <a:srgbClr val="FF00F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EBA4333-D104-2B98-B4CD-EDF662F0F70E}"/>
              </a:ext>
            </a:extLst>
          </p:cNvPr>
          <p:cNvSpPr/>
          <p:nvPr/>
        </p:nvSpPr>
        <p:spPr>
          <a:xfrm>
            <a:off x="490704" y="6121461"/>
            <a:ext cx="4020387" cy="439359"/>
          </a:xfrm>
          <a:prstGeom prst="rect">
            <a:avLst/>
          </a:prstGeom>
          <a:noFill/>
          <a:ln>
            <a:solidFill>
              <a:srgbClr val="92D050"/>
            </a:solidFill>
          </a:ln>
          <a:effectLst>
            <a:glow rad="635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48F1C-A1E2-FCCD-EF9E-B4085040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6083C82-174B-5F38-484B-33612D34A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6807974"/>
            <a:ext cx="5544324" cy="781159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095FF195-4951-37B3-CE22-E19494CD729E}"/>
              </a:ext>
            </a:extLst>
          </p:cNvPr>
          <p:cNvSpPr/>
          <p:nvPr/>
        </p:nvSpPr>
        <p:spPr>
          <a:xfrm>
            <a:off x="176379" y="732187"/>
            <a:ext cx="5492901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11108C93-C450-330B-8B2E-1518D6CB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7" y="732187"/>
            <a:ext cx="5363360" cy="3449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Enter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optional Parent Object name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and an </a:t>
            </a:r>
            <a:r>
              <a:rPr lang="en-US" sz="1400" dirty="0">
                <a:solidFill>
                  <a:srgbClr val="92D050"/>
                </a:solidFill>
                <a:latin typeface="+mn-lt"/>
              </a:rPr>
              <a:t>optional list of Tags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385ED87-1F67-98E7-B20A-D2155199B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99C334-7FED-5A26-B916-182504E64F8D}"/>
              </a:ext>
            </a:extLst>
          </p:cNvPr>
          <p:cNvSpPr/>
          <p:nvPr/>
        </p:nvSpPr>
        <p:spPr>
          <a:xfrm>
            <a:off x="490704" y="6581998"/>
            <a:ext cx="4020387" cy="550986"/>
          </a:xfrm>
          <a:prstGeom prst="rect">
            <a:avLst/>
          </a:prstGeom>
          <a:noFill/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31C89-AEA7-2FB2-AAF0-366B43F0746E}"/>
              </a:ext>
            </a:extLst>
          </p:cNvPr>
          <p:cNvSpPr/>
          <p:nvPr/>
        </p:nvSpPr>
        <p:spPr>
          <a:xfrm>
            <a:off x="490703" y="7198554"/>
            <a:ext cx="4020387" cy="550986"/>
          </a:xfrm>
          <a:prstGeom prst="rect">
            <a:avLst/>
          </a:prstGeom>
          <a:noFill/>
          <a:ln>
            <a:solidFill>
              <a:srgbClr val="92D050"/>
            </a:solidFill>
          </a:ln>
          <a:effectLst>
            <a:glow rad="635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4B8D5-AF2D-F461-CD72-3584BD1FF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48" y="1217391"/>
            <a:ext cx="5261369" cy="76951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B96486EB-FB5C-9A22-679C-80D549929A5C}"/>
              </a:ext>
            </a:extLst>
          </p:cNvPr>
          <p:cNvGrpSpPr/>
          <p:nvPr/>
        </p:nvGrpSpPr>
        <p:grpSpPr>
          <a:xfrm>
            <a:off x="5874947" y="1342821"/>
            <a:ext cx="5837081" cy="4699470"/>
            <a:chOff x="6202681" y="1192863"/>
            <a:chExt cx="5837081" cy="4699470"/>
          </a:xfrm>
        </p:grpSpPr>
        <p:sp>
          <p:nvSpPr>
            <p:cNvPr id="34" name="Rectangle: Diagonal Corners Snipped 33">
              <a:extLst>
                <a:ext uri="{FF2B5EF4-FFF2-40B4-BE49-F238E27FC236}">
                  <a16:creationId xmlns:a16="http://schemas.microsoft.com/office/drawing/2014/main" id="{482265DF-AFF5-B449-869B-C02B3C16A21A}"/>
                </a:ext>
              </a:extLst>
            </p:cNvPr>
            <p:cNvSpPr/>
            <p:nvPr/>
          </p:nvSpPr>
          <p:spPr>
            <a:xfrm>
              <a:off x="6295175" y="1192863"/>
              <a:ext cx="5622441" cy="541762"/>
            </a:xfrm>
            <a:prstGeom prst="snip2DiagRect">
              <a:avLst>
                <a:gd name="adj1" fmla="val 0"/>
                <a:gd name="adj2" fmla="val 9153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2186671-1BAA-1C85-790A-9AF012112325}"/>
                </a:ext>
              </a:extLst>
            </p:cNvPr>
            <p:cNvGrpSpPr/>
            <p:nvPr/>
          </p:nvGrpSpPr>
          <p:grpSpPr>
            <a:xfrm>
              <a:off x="6295175" y="1814187"/>
              <a:ext cx="5744587" cy="4078146"/>
              <a:chOff x="6096000" y="1276621"/>
              <a:chExt cx="5744587" cy="4078146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C116F59-1690-D74F-C504-AAF57EBF0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6000" y="1719132"/>
                <a:ext cx="3530344" cy="3635635"/>
              </a:xfrm>
              <a:prstGeom prst="rect">
                <a:avLst/>
              </a:prstGeom>
              <a:ln>
                <a:solidFill>
                  <a:srgbClr val="00FFFF"/>
                </a:solidFill>
              </a:ln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E0CE10-31FA-6CD5-B2DC-07C1C10BF92C}"/>
                  </a:ext>
                </a:extLst>
              </p:cNvPr>
              <p:cNvSpPr/>
              <p:nvPr/>
            </p:nvSpPr>
            <p:spPr>
              <a:xfrm>
                <a:off x="7861172" y="3751428"/>
                <a:ext cx="1663828" cy="576731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B44171C-EBD9-4585-D664-E8987AA6D424}"/>
                  </a:ext>
                </a:extLst>
              </p:cNvPr>
              <p:cNvGrpSpPr/>
              <p:nvPr/>
            </p:nvGrpSpPr>
            <p:grpSpPr>
              <a:xfrm>
                <a:off x="7763939" y="1276621"/>
                <a:ext cx="4076648" cy="1538613"/>
                <a:chOff x="4881810" y="3026045"/>
                <a:chExt cx="1664301" cy="405663"/>
              </a:xfrm>
            </p:grpSpPr>
            <p:sp>
              <p:nvSpPr>
                <p:cNvPr id="30" name="Rectangle: Diagonal Corners Snipped 29">
                  <a:extLst>
                    <a:ext uri="{FF2B5EF4-FFF2-40B4-BE49-F238E27FC236}">
                      <a16:creationId xmlns:a16="http://schemas.microsoft.com/office/drawing/2014/main" id="{A9759F70-7E92-A5E1-40FD-3E62CF3D7213}"/>
                    </a:ext>
                  </a:extLst>
                </p:cNvPr>
                <p:cNvSpPr/>
                <p:nvPr/>
              </p:nvSpPr>
              <p:spPr>
                <a:xfrm>
                  <a:off x="4881810" y="3026045"/>
                  <a:ext cx="1664301" cy="365628"/>
                </a:xfrm>
                <a:prstGeom prst="snip2DiagRect">
                  <a:avLst>
                    <a:gd name="adj1" fmla="val 0"/>
                    <a:gd name="adj2" fmla="val 9153"/>
                  </a:avLst>
                </a:prstGeom>
                <a:solidFill>
                  <a:schemeClr val="tx1"/>
                </a:solidFill>
                <a:ln>
                  <a:solidFill>
                    <a:srgbClr val="00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indent="-171450" algn="ctr">
                    <a:buFont typeface="Arial" panose="020B0604020202020204" pitchFamily="34" charset="0"/>
                    <a:buChar char="•"/>
                  </a:pP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" name="Title 3">
                  <a:extLst>
                    <a:ext uri="{FF2B5EF4-FFF2-40B4-BE49-F238E27FC236}">
                      <a16:creationId xmlns:a16="http://schemas.microsoft.com/office/drawing/2014/main" id="{0999705B-23D0-B4CD-DB97-D4F44AE44AA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88935" y="3043926"/>
                  <a:ext cx="1650051" cy="3877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6858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33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marL="285750" lvl="1" indent="-285750" defTabSz="685800" fontAlgn="ctr">
                    <a:lnSpc>
                      <a:spcPct val="9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bg1">
                          <a:lumMod val="95000"/>
                        </a:schemeClr>
                      </a:solidFill>
                      <a:ea typeface="+mj-ea"/>
                      <a:cs typeface="+mj-cs"/>
                    </a:rPr>
                    <a:t>When using an existing Parent Object it'll set all the new objects as children of the given object</a:t>
                  </a:r>
                </a:p>
                <a:p>
                  <a:pPr marL="742950" lvl="2" indent="-285750" defTabSz="685800" fontAlgn="ctr">
                    <a:lnSpc>
                      <a:spcPct val="9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endParaRPr lang="en-US" sz="1100" dirty="0">
                    <a:solidFill>
                      <a:schemeClr val="bg1">
                        <a:lumMod val="95000"/>
                      </a:schemeClr>
                    </a:solidFill>
                    <a:ea typeface="+mj-ea"/>
                    <a:cs typeface="+mj-cs"/>
                  </a:endParaRPr>
                </a:p>
                <a:p>
                  <a:pPr marL="285750" lvl="1" indent="-285750" defTabSz="685800" fontAlgn="ctr">
                    <a:lnSpc>
                      <a:spcPct val="9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bg1">
                          <a:lumMod val="95000"/>
                        </a:schemeClr>
                      </a:solidFill>
                      <a:ea typeface="+mj-ea"/>
                      <a:cs typeface="+mj-cs"/>
                    </a:rPr>
                    <a:t>When typing in the name of a new parent object it'll create a blank object in game maker and set all the new objects as children of the new Parent object</a:t>
                  </a:r>
                </a:p>
                <a:p>
                  <a:pPr marL="742950" lvl="2" indent="-285750" defTabSz="685800" fontAlgn="ctr">
                    <a:lnSpc>
                      <a:spcPct val="9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endParaRPr lang="en-US" sz="1100" dirty="0">
                    <a:solidFill>
                      <a:schemeClr val="bg1">
                        <a:lumMod val="95000"/>
                      </a:schemeClr>
                    </a:solidFill>
                    <a:ea typeface="+mj-ea"/>
                    <a:cs typeface="+mj-cs"/>
                  </a:endParaRPr>
                </a:p>
                <a:p>
                  <a:pPr marL="285750" lvl="1" indent="-285750" defTabSz="685800" fontAlgn="ctr">
                    <a:lnSpc>
                      <a:spcPct val="9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solidFill>
                        <a:schemeClr val="bg1">
                          <a:lumMod val="95000"/>
                        </a:schemeClr>
                      </a:solidFill>
                      <a:ea typeface="+mj-ea"/>
                      <a:cs typeface="+mj-cs"/>
                    </a:rPr>
                    <a:t>Leave blank for no Parent</a:t>
                  </a:r>
                </a:p>
                <a:p>
                  <a:pPr marL="171450" indent="-171450" algn="ctr">
                    <a:buFont typeface="Arial" panose="020B0604020202020204" pitchFamily="34" charset="0"/>
                    <a:buChar char="•"/>
                  </a:pPr>
                  <a:endParaRPr lang="en-US" sz="12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F3EA06-ED13-4D7E-EE28-5FA320F7567B}"/>
                </a:ext>
              </a:extLst>
            </p:cNvPr>
            <p:cNvSpPr txBox="1"/>
            <p:nvPr/>
          </p:nvSpPr>
          <p:spPr>
            <a:xfrm>
              <a:off x="6202681" y="1217391"/>
              <a:ext cx="577320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You can either choose to give the name of a Parent object that exists in the project, leave empty for no Parent Object, or type in a new name for a Parent object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D3DB59B-A299-102E-C7DF-215C9F4A13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5310" y="5361285"/>
            <a:ext cx="1998237" cy="1220713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  <p:extLst>
      <p:ext uri="{BB962C8B-B14F-4D97-AF65-F5344CB8AC3E}">
        <p14:creationId xmlns:p14="http://schemas.microsoft.com/office/powerpoint/2010/main" val="266979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D0886-F6CF-0E94-6F55-505F0330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918D604-05CB-ED5D-CC88-7E7BF0441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223" y="1625517"/>
            <a:ext cx="1972810" cy="3657918"/>
          </a:xfrm>
          <a:prstGeom prst="rect">
            <a:avLst/>
          </a:prstGeom>
          <a:solidFill>
            <a:schemeClr val="tx1"/>
          </a:solidFill>
          <a:ln>
            <a:solidFill>
              <a:srgbClr val="00FFFF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5A973F-DBB5-0D10-5D58-27AF09CE6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240" y="5689524"/>
            <a:ext cx="1854777" cy="2271915"/>
          </a:xfrm>
          <a:prstGeom prst="rect">
            <a:avLst/>
          </a:prstGeom>
          <a:solidFill>
            <a:schemeClr val="tx1"/>
          </a:solidFill>
          <a:ln>
            <a:solidFill>
              <a:srgbClr val="00FFFF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08B3E0C9-8A6E-B1F2-C484-E4A11392496D}"/>
              </a:ext>
            </a:extLst>
          </p:cNvPr>
          <p:cNvSpPr/>
          <p:nvPr/>
        </p:nvSpPr>
        <p:spPr>
          <a:xfrm>
            <a:off x="176379" y="732187"/>
            <a:ext cx="5492901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6ED5787-010F-F9DB-B63B-71F74F0F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12" y="736147"/>
            <a:ext cx="5201106" cy="344923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00FF"/>
                </a:solidFill>
                <a:latin typeface="+mn-lt"/>
              </a:rPr>
              <a:t>Create Objects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, Create Sprites, Create Both (Sprites &amp; Objects)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DE50421-5622-01EB-AF86-E4AF88FD8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30A5DA6-9560-AAEB-1DC6-4C95DB1A5779}"/>
              </a:ext>
            </a:extLst>
          </p:cNvPr>
          <p:cNvSpPr/>
          <p:nvPr/>
        </p:nvSpPr>
        <p:spPr>
          <a:xfrm>
            <a:off x="361950" y="8096250"/>
            <a:ext cx="1993899" cy="315563"/>
          </a:xfrm>
          <a:prstGeom prst="rect">
            <a:avLst/>
          </a:prstGeom>
          <a:noFill/>
          <a:ln>
            <a:solidFill>
              <a:srgbClr val="92D050"/>
            </a:solidFill>
          </a:ln>
          <a:effectLst>
            <a:glow rad="635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DD2F97-7EEB-94A0-C466-A0776EB84F84}"/>
              </a:ext>
            </a:extLst>
          </p:cNvPr>
          <p:cNvGrpSpPr/>
          <p:nvPr/>
        </p:nvGrpSpPr>
        <p:grpSpPr>
          <a:xfrm>
            <a:off x="943899" y="1367349"/>
            <a:ext cx="3135746" cy="411997"/>
            <a:chOff x="943899" y="1367349"/>
            <a:chExt cx="3135746" cy="4119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CBC006-7B0A-2B96-10E4-EF9395411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3899" y="1367349"/>
              <a:ext cx="3135746" cy="41199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4AC9C8-4671-825E-529C-D53F3AFFC570}"/>
                </a:ext>
              </a:extLst>
            </p:cNvPr>
            <p:cNvSpPr/>
            <p:nvPr/>
          </p:nvSpPr>
          <p:spPr>
            <a:xfrm>
              <a:off x="943899" y="1367350"/>
              <a:ext cx="1081751" cy="411996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F75477A-C6E9-F937-E681-42654907E157}"/>
              </a:ext>
            </a:extLst>
          </p:cNvPr>
          <p:cNvGrpSpPr/>
          <p:nvPr/>
        </p:nvGrpSpPr>
        <p:grpSpPr>
          <a:xfrm>
            <a:off x="6231978" y="377904"/>
            <a:ext cx="5071090" cy="880321"/>
            <a:chOff x="5967440" y="1342821"/>
            <a:chExt cx="5622442" cy="541762"/>
          </a:xfrm>
        </p:grpSpPr>
        <p:sp>
          <p:nvSpPr>
            <p:cNvPr id="34" name="Rectangle: Diagonal Corners Snipped 33">
              <a:extLst>
                <a:ext uri="{FF2B5EF4-FFF2-40B4-BE49-F238E27FC236}">
                  <a16:creationId xmlns:a16="http://schemas.microsoft.com/office/drawing/2014/main" id="{DE8B1780-E2E2-43E5-B864-B10C2ECDB736}"/>
                </a:ext>
              </a:extLst>
            </p:cNvPr>
            <p:cNvSpPr/>
            <p:nvPr/>
          </p:nvSpPr>
          <p:spPr>
            <a:xfrm>
              <a:off x="5967441" y="1342821"/>
              <a:ext cx="5622441" cy="541762"/>
            </a:xfrm>
            <a:prstGeom prst="snip2DiagRect">
              <a:avLst>
                <a:gd name="adj1" fmla="val 0"/>
                <a:gd name="adj2" fmla="val 29148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5E7C75-C30B-0DAF-933D-04F917203605}"/>
                </a:ext>
              </a:extLst>
            </p:cNvPr>
            <p:cNvSpPr txBox="1"/>
            <p:nvPr/>
          </p:nvSpPr>
          <p:spPr>
            <a:xfrm>
              <a:off x="5967440" y="1396011"/>
              <a:ext cx="5622441" cy="454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Clicking </a:t>
              </a:r>
              <a:r>
                <a:rPr lang="en-US" sz="1400" dirty="0">
                  <a:solidFill>
                    <a:srgbClr val="00FFFF"/>
                  </a:solidFill>
                  <a:ea typeface="+mj-ea"/>
                  <a:cs typeface="+mj-cs"/>
                </a:rPr>
                <a:t>Create Object 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will create object assets with the same name as the sprites that were in the directory set in Select Sprite Directory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79FCEB-4DBE-E824-43E2-92093B362C12}"/>
              </a:ext>
            </a:extLst>
          </p:cNvPr>
          <p:cNvGrpSpPr/>
          <p:nvPr/>
        </p:nvGrpSpPr>
        <p:grpSpPr>
          <a:xfrm>
            <a:off x="4873005" y="1925983"/>
            <a:ext cx="1972666" cy="3090517"/>
            <a:chOff x="5609017" y="3254314"/>
            <a:chExt cx="2251530" cy="2694085"/>
          </a:xfrm>
        </p:grpSpPr>
        <p:sp>
          <p:nvSpPr>
            <p:cNvPr id="33" name="Rectangle: Diagonal Corners Snipped 32">
              <a:extLst>
                <a:ext uri="{FF2B5EF4-FFF2-40B4-BE49-F238E27FC236}">
                  <a16:creationId xmlns:a16="http://schemas.microsoft.com/office/drawing/2014/main" id="{C992EF9B-D422-A5E1-B00A-16E3D7C5F4BD}"/>
                </a:ext>
              </a:extLst>
            </p:cNvPr>
            <p:cNvSpPr/>
            <p:nvPr/>
          </p:nvSpPr>
          <p:spPr>
            <a:xfrm>
              <a:off x="5609017" y="3254314"/>
              <a:ext cx="2251529" cy="2691724"/>
            </a:xfrm>
            <a:prstGeom prst="snip2DiagRect">
              <a:avLst>
                <a:gd name="adj1" fmla="val 0"/>
                <a:gd name="adj2" fmla="val 9153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EB416F-36A2-920C-AC12-BD1EAB91D320}"/>
                </a:ext>
              </a:extLst>
            </p:cNvPr>
            <p:cNvSpPr txBox="1"/>
            <p:nvPr/>
          </p:nvSpPr>
          <p:spPr>
            <a:xfrm>
              <a:off x="5612039" y="3270743"/>
              <a:ext cx="2248508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If </a:t>
              </a:r>
              <a:r>
                <a:rPr lang="en-US" sz="1200" dirty="0">
                  <a:solidFill>
                    <a:srgbClr val="00FFFF"/>
                  </a:solidFill>
                  <a:ea typeface="+mj-ea"/>
                  <a:cs typeface="+mj-cs"/>
                </a:rPr>
                <a:t>sprites exist in your project 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with the </a:t>
              </a:r>
              <a:r>
                <a:rPr lang="en-US" sz="1200" dirty="0">
                  <a:solidFill>
                    <a:srgbClr val="00FFFF"/>
                  </a:solidFill>
                  <a:ea typeface="+mj-ea"/>
                  <a:cs typeface="+mj-cs"/>
                </a:rPr>
                <a:t>same name, 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they will automatically be set as the sprite of the newly created Object</a:t>
              </a:r>
            </a:p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92D050"/>
                  </a:solidFill>
                  <a:ea typeface="+mj-ea"/>
                  <a:cs typeface="+mj-cs"/>
                </a:rPr>
                <a:t>If tags were set, they will only be applied to the new objects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92D050"/>
                  </a:solidFill>
                  <a:ea typeface="+mj-ea"/>
                  <a:cs typeface="+mj-cs"/>
                </a:rPr>
                <a:t>The existing sprites will not change their origin point to the selection set in the Batch Asset Creator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7C8EE2-12FA-5EA0-4BCC-739A5565A31B}"/>
              </a:ext>
            </a:extLst>
          </p:cNvPr>
          <p:cNvGrpSpPr/>
          <p:nvPr/>
        </p:nvGrpSpPr>
        <p:grpSpPr>
          <a:xfrm>
            <a:off x="5077242" y="5656101"/>
            <a:ext cx="1184076" cy="2276474"/>
            <a:chOff x="5391754" y="3153147"/>
            <a:chExt cx="1184076" cy="1631127"/>
          </a:xfrm>
        </p:grpSpPr>
        <p:sp>
          <p:nvSpPr>
            <p:cNvPr id="37" name="Rectangle: Diagonal Corners Snipped 36">
              <a:extLst>
                <a:ext uri="{FF2B5EF4-FFF2-40B4-BE49-F238E27FC236}">
                  <a16:creationId xmlns:a16="http://schemas.microsoft.com/office/drawing/2014/main" id="{4C85AFDF-8375-BCD6-5020-0B8DC59DEC3B}"/>
                </a:ext>
              </a:extLst>
            </p:cNvPr>
            <p:cNvSpPr/>
            <p:nvPr/>
          </p:nvSpPr>
          <p:spPr>
            <a:xfrm>
              <a:off x="5415868" y="3153147"/>
              <a:ext cx="1159962" cy="1631127"/>
            </a:xfrm>
            <a:prstGeom prst="snip2DiagRect">
              <a:avLst>
                <a:gd name="adj1" fmla="val 0"/>
                <a:gd name="adj2" fmla="val 14636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C12620-B5AD-7A94-ADE5-03EC51995710}"/>
                </a:ext>
              </a:extLst>
            </p:cNvPr>
            <p:cNvSpPr txBox="1"/>
            <p:nvPr/>
          </p:nvSpPr>
          <p:spPr>
            <a:xfrm>
              <a:off x="5391754" y="3276433"/>
              <a:ext cx="1159962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If sprites with the same name </a:t>
              </a:r>
              <a:r>
                <a:rPr lang="en-US" sz="1200" dirty="0">
                  <a:solidFill>
                    <a:srgbClr val="00FFFF"/>
                  </a:solidFill>
                  <a:ea typeface="+mj-ea"/>
                  <a:cs typeface="+mj-cs"/>
                </a:rPr>
                <a:t>don’t exist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 in the project the object assets </a:t>
              </a:r>
              <a:r>
                <a:rPr lang="en-US" sz="1200" dirty="0">
                  <a:solidFill>
                    <a:srgbClr val="92D050"/>
                  </a:solidFill>
                  <a:ea typeface="+mj-ea"/>
                  <a:cs typeface="+mj-cs"/>
                </a:rPr>
                <a:t>will be created but will have no sprite set to them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B30FD63-6248-6A20-D14E-861F9E4876DA}"/>
              </a:ext>
            </a:extLst>
          </p:cNvPr>
          <p:cNvGrpSpPr/>
          <p:nvPr/>
        </p:nvGrpSpPr>
        <p:grpSpPr>
          <a:xfrm>
            <a:off x="6739173" y="5656101"/>
            <a:ext cx="2248508" cy="2305338"/>
            <a:chOff x="7186671" y="1983716"/>
            <a:chExt cx="2248508" cy="23053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6FA18A6-AAE0-4DBA-0599-AB72CF705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5480" y="1983716"/>
              <a:ext cx="1429160" cy="1824803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68920BF-7449-E187-CD08-4109F810F847}"/>
                </a:ext>
              </a:extLst>
            </p:cNvPr>
            <p:cNvGrpSpPr/>
            <p:nvPr/>
          </p:nvGrpSpPr>
          <p:grpSpPr>
            <a:xfrm>
              <a:off x="7186671" y="3808519"/>
              <a:ext cx="2248508" cy="480535"/>
              <a:chOff x="8135312" y="3983742"/>
              <a:chExt cx="2248508" cy="480535"/>
            </a:xfrm>
          </p:grpSpPr>
          <p:sp>
            <p:nvSpPr>
              <p:cNvPr id="45" name="Rectangle: Diagonal Corners Snipped 44">
                <a:extLst>
                  <a:ext uri="{FF2B5EF4-FFF2-40B4-BE49-F238E27FC236}">
                    <a16:creationId xmlns:a16="http://schemas.microsoft.com/office/drawing/2014/main" id="{0A79191A-7315-0942-DF72-B41DA88724D9}"/>
                  </a:ext>
                </a:extLst>
              </p:cNvPr>
              <p:cNvSpPr/>
              <p:nvPr/>
            </p:nvSpPr>
            <p:spPr>
              <a:xfrm>
                <a:off x="8241810" y="3983742"/>
                <a:ext cx="2035512" cy="480535"/>
              </a:xfrm>
              <a:prstGeom prst="snip2DiagRect">
                <a:avLst>
                  <a:gd name="adj1" fmla="val 0"/>
                  <a:gd name="adj2" fmla="val 29148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43F9254-D781-802F-8A71-431D047AAC77}"/>
                  </a:ext>
                </a:extLst>
              </p:cNvPr>
              <p:cNvSpPr txBox="1"/>
              <p:nvPr/>
            </p:nvSpPr>
            <p:spPr>
              <a:xfrm>
                <a:off x="8135312" y="4023954"/>
                <a:ext cx="224850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i="1" dirty="0">
                    <a:solidFill>
                      <a:srgbClr val="00FFFF"/>
                    </a:solidFill>
                    <a:ea typeface="+mj-ea"/>
                    <a:cs typeface="+mj-cs"/>
                  </a:rPr>
                  <a:t>Game Maker Project Asset Browser</a:t>
                </a:r>
              </a:p>
              <a:p>
                <a:pPr algn="ctr"/>
                <a:r>
                  <a:rPr lang="en-US" sz="1000" i="1" dirty="0">
                    <a:solidFill>
                      <a:srgbClr val="00FFFF"/>
                    </a:solidFill>
                    <a:ea typeface="+mj-ea"/>
                    <a:cs typeface="+mj-cs"/>
                  </a:rPr>
                  <a:t>No existing sprites in project</a:t>
                </a: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0E513A-C043-C897-EF08-614F11FC2225}"/>
              </a:ext>
            </a:extLst>
          </p:cNvPr>
          <p:cNvGrpSpPr/>
          <p:nvPr/>
        </p:nvGrpSpPr>
        <p:grpSpPr>
          <a:xfrm>
            <a:off x="7285693" y="2401192"/>
            <a:ext cx="2248508" cy="2425910"/>
            <a:chOff x="7285693" y="2401192"/>
            <a:chExt cx="2248508" cy="242591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3B551C2-36C4-362D-1356-568E5618C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98152" y="2401192"/>
              <a:ext cx="1683372" cy="1945375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</p:pic>
        <p:sp>
          <p:nvSpPr>
            <p:cNvPr id="50" name="Rectangle: Diagonal Corners Snipped 49">
              <a:extLst>
                <a:ext uri="{FF2B5EF4-FFF2-40B4-BE49-F238E27FC236}">
                  <a16:creationId xmlns:a16="http://schemas.microsoft.com/office/drawing/2014/main" id="{59B07CC6-5442-C30A-DBBB-1C601D863F6D}"/>
                </a:ext>
              </a:extLst>
            </p:cNvPr>
            <p:cNvSpPr/>
            <p:nvPr/>
          </p:nvSpPr>
          <p:spPr>
            <a:xfrm>
              <a:off x="7392191" y="4346567"/>
              <a:ext cx="2035512" cy="480535"/>
            </a:xfrm>
            <a:prstGeom prst="snip2DiagRect">
              <a:avLst>
                <a:gd name="adj1" fmla="val 0"/>
                <a:gd name="adj2" fmla="val 29148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ACCD953-3EF6-0A6D-5A91-CAF1CB7B9A1F}"/>
                </a:ext>
              </a:extLst>
            </p:cNvPr>
            <p:cNvSpPr txBox="1"/>
            <p:nvPr/>
          </p:nvSpPr>
          <p:spPr>
            <a:xfrm>
              <a:off x="7285693" y="4386779"/>
              <a:ext cx="22485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i="1" dirty="0">
                  <a:solidFill>
                    <a:srgbClr val="00FFFF"/>
                  </a:solidFill>
                  <a:ea typeface="+mj-ea"/>
                  <a:cs typeface="+mj-cs"/>
                </a:rPr>
                <a:t>Game Maker Project Asset Browser</a:t>
              </a:r>
            </a:p>
            <a:p>
              <a:pPr algn="ctr"/>
              <a:r>
                <a:rPr lang="en-US" sz="1000" i="1" dirty="0">
                  <a:solidFill>
                    <a:srgbClr val="00FFFF"/>
                  </a:solidFill>
                  <a:ea typeface="+mj-ea"/>
                  <a:cs typeface="+mj-cs"/>
                </a:rPr>
                <a:t>With existing sprites in project</a:t>
              </a:r>
            </a:p>
          </p:txBody>
        </p:sp>
      </p:grpSp>
      <p:sp>
        <p:nvSpPr>
          <p:cNvPr id="53" name="Arrow: Striped Right 52">
            <a:extLst>
              <a:ext uri="{FF2B5EF4-FFF2-40B4-BE49-F238E27FC236}">
                <a16:creationId xmlns:a16="http://schemas.microsoft.com/office/drawing/2014/main" id="{40994AF7-1FC2-B186-C1D9-DC5DFE5226C3}"/>
              </a:ext>
            </a:extLst>
          </p:cNvPr>
          <p:cNvSpPr/>
          <p:nvPr/>
        </p:nvSpPr>
        <p:spPr>
          <a:xfrm>
            <a:off x="9258300" y="3124200"/>
            <a:ext cx="596900" cy="480535"/>
          </a:xfrm>
          <a:prstGeom prst="stripedRightArrow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Striped Right 53">
            <a:extLst>
              <a:ext uri="{FF2B5EF4-FFF2-40B4-BE49-F238E27FC236}">
                <a16:creationId xmlns:a16="http://schemas.microsoft.com/office/drawing/2014/main" id="{35FA9389-0B1F-55E2-87DE-F663DA6E3090}"/>
              </a:ext>
            </a:extLst>
          </p:cNvPr>
          <p:cNvSpPr/>
          <p:nvPr/>
        </p:nvSpPr>
        <p:spPr>
          <a:xfrm>
            <a:off x="8534400" y="6554070"/>
            <a:ext cx="1320800" cy="480535"/>
          </a:xfrm>
          <a:prstGeom prst="stripedRightArrow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8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6F7DE-555C-20AC-2458-ECF881F6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BE04069C-D175-DC1E-11FA-221AF03E093E}"/>
              </a:ext>
            </a:extLst>
          </p:cNvPr>
          <p:cNvSpPr/>
          <p:nvPr/>
        </p:nvSpPr>
        <p:spPr>
          <a:xfrm>
            <a:off x="176379" y="732187"/>
            <a:ext cx="5492901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D3720321-B3DE-97FC-1C13-83F256A7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12" y="736147"/>
            <a:ext cx="5201106" cy="344923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Create Objects,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Create Sprites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, Create Both (Sprites &amp; Objects)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A546F19-9599-E610-6D05-9DD832775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7A21F00-4627-4ADC-4B0B-B9457A8294D1}"/>
              </a:ext>
            </a:extLst>
          </p:cNvPr>
          <p:cNvSpPr/>
          <p:nvPr/>
        </p:nvSpPr>
        <p:spPr>
          <a:xfrm>
            <a:off x="361950" y="8096250"/>
            <a:ext cx="1993899" cy="315563"/>
          </a:xfrm>
          <a:prstGeom prst="rect">
            <a:avLst/>
          </a:prstGeom>
          <a:noFill/>
          <a:ln>
            <a:solidFill>
              <a:srgbClr val="92D050"/>
            </a:solidFill>
          </a:ln>
          <a:effectLst>
            <a:glow rad="635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EB2FBB-D61D-D780-323B-A557B46CB062}"/>
              </a:ext>
            </a:extLst>
          </p:cNvPr>
          <p:cNvGrpSpPr/>
          <p:nvPr/>
        </p:nvGrpSpPr>
        <p:grpSpPr>
          <a:xfrm>
            <a:off x="943899" y="1367349"/>
            <a:ext cx="3135746" cy="411996"/>
            <a:chOff x="943899" y="1367349"/>
            <a:chExt cx="3135746" cy="4119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EEBB0AC-E304-12EA-8EE8-88F19D039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3899" y="1367349"/>
              <a:ext cx="3135746" cy="41199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D96125-E9F5-1A77-C18D-97D63F2979A3}"/>
                </a:ext>
              </a:extLst>
            </p:cNvPr>
            <p:cNvSpPr/>
            <p:nvPr/>
          </p:nvSpPr>
          <p:spPr>
            <a:xfrm>
              <a:off x="2029749" y="1367349"/>
              <a:ext cx="1081751" cy="411996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B7D68B-9610-37A3-C355-F89534ADD356}"/>
              </a:ext>
            </a:extLst>
          </p:cNvPr>
          <p:cNvGrpSpPr/>
          <p:nvPr/>
        </p:nvGrpSpPr>
        <p:grpSpPr>
          <a:xfrm>
            <a:off x="10374339" y="2978105"/>
            <a:ext cx="1584662" cy="1834913"/>
            <a:chOff x="5391754" y="3153147"/>
            <a:chExt cx="1184076" cy="1578759"/>
          </a:xfrm>
        </p:grpSpPr>
        <p:sp>
          <p:nvSpPr>
            <p:cNvPr id="3" name="Rectangle: Diagonal Corners Snipped 2">
              <a:extLst>
                <a:ext uri="{FF2B5EF4-FFF2-40B4-BE49-F238E27FC236}">
                  <a16:creationId xmlns:a16="http://schemas.microsoft.com/office/drawing/2014/main" id="{A6F6931A-9924-3AA1-A661-66C6E65A8367}"/>
                </a:ext>
              </a:extLst>
            </p:cNvPr>
            <p:cNvSpPr/>
            <p:nvPr/>
          </p:nvSpPr>
          <p:spPr>
            <a:xfrm>
              <a:off x="5415868" y="3153147"/>
              <a:ext cx="1159962" cy="1578759"/>
            </a:xfrm>
            <a:prstGeom prst="snip2DiagRect">
              <a:avLst>
                <a:gd name="adj1" fmla="val 0"/>
                <a:gd name="adj2" fmla="val 14636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C5CB19-CC4E-0CDA-0FEA-C28EBC6442C6}"/>
                </a:ext>
              </a:extLst>
            </p:cNvPr>
            <p:cNvSpPr txBox="1"/>
            <p:nvPr/>
          </p:nvSpPr>
          <p:spPr>
            <a:xfrm>
              <a:off x="5391754" y="3276433"/>
              <a:ext cx="1159962" cy="13770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Sprites will be created in the Game Maker project </a:t>
              </a:r>
            </a:p>
            <a:p>
              <a:pPr algn="ctr"/>
              <a:endParaRPr lang="en-US" sz="1400" dirty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92D050"/>
                  </a:solidFill>
                  <a:ea typeface="+mj-ea"/>
                  <a:cs typeface="+mj-cs"/>
                </a:rPr>
                <a:t>Tags set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92D050"/>
                  </a:solidFill>
                  <a:ea typeface="+mj-ea"/>
                  <a:cs typeface="+mj-cs"/>
                </a:rPr>
                <a:t>Origin point set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1D7974D-F77E-B1D1-DFB7-E9865857C261}"/>
              </a:ext>
            </a:extLst>
          </p:cNvPr>
          <p:cNvGrpSpPr/>
          <p:nvPr/>
        </p:nvGrpSpPr>
        <p:grpSpPr>
          <a:xfrm>
            <a:off x="4961709" y="2030547"/>
            <a:ext cx="2248508" cy="2305338"/>
            <a:chOff x="7186671" y="1983716"/>
            <a:chExt cx="2248508" cy="23053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AE7CB8-CE9E-746E-68FF-510D5DD65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5480" y="1983716"/>
              <a:ext cx="1429160" cy="1824803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2B4BFAA-11CF-AE6E-69E6-6B6D8DADD1B9}"/>
                </a:ext>
              </a:extLst>
            </p:cNvPr>
            <p:cNvGrpSpPr/>
            <p:nvPr/>
          </p:nvGrpSpPr>
          <p:grpSpPr>
            <a:xfrm>
              <a:off x="7186671" y="3808519"/>
              <a:ext cx="2248508" cy="480535"/>
              <a:chOff x="8135312" y="3983742"/>
              <a:chExt cx="2248508" cy="480535"/>
            </a:xfrm>
          </p:grpSpPr>
          <p:sp>
            <p:nvSpPr>
              <p:cNvPr id="10" name="Rectangle: Diagonal Corners Snipped 9">
                <a:extLst>
                  <a:ext uri="{FF2B5EF4-FFF2-40B4-BE49-F238E27FC236}">
                    <a16:creationId xmlns:a16="http://schemas.microsoft.com/office/drawing/2014/main" id="{2550990C-7567-18E0-D3C3-A309675A895B}"/>
                  </a:ext>
                </a:extLst>
              </p:cNvPr>
              <p:cNvSpPr/>
              <p:nvPr/>
            </p:nvSpPr>
            <p:spPr>
              <a:xfrm>
                <a:off x="8241810" y="3983742"/>
                <a:ext cx="2035512" cy="480535"/>
              </a:xfrm>
              <a:prstGeom prst="snip2DiagRect">
                <a:avLst>
                  <a:gd name="adj1" fmla="val 0"/>
                  <a:gd name="adj2" fmla="val 29148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AD256-CF29-C9D0-A27E-5BBF9FD1EC15}"/>
                  </a:ext>
                </a:extLst>
              </p:cNvPr>
              <p:cNvSpPr txBox="1"/>
              <p:nvPr/>
            </p:nvSpPr>
            <p:spPr>
              <a:xfrm>
                <a:off x="8135312" y="4023954"/>
                <a:ext cx="224850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i="1" dirty="0">
                    <a:solidFill>
                      <a:srgbClr val="00FFFF"/>
                    </a:solidFill>
                    <a:ea typeface="+mj-ea"/>
                    <a:cs typeface="+mj-cs"/>
                  </a:rPr>
                  <a:t>Game Maker Project Asset Browser</a:t>
                </a:r>
              </a:p>
              <a:p>
                <a:pPr algn="ctr"/>
                <a:r>
                  <a:rPr lang="en-US" sz="1000" i="1" dirty="0">
                    <a:solidFill>
                      <a:srgbClr val="00FFFF"/>
                    </a:solidFill>
                    <a:ea typeface="+mj-ea"/>
                    <a:cs typeface="+mj-cs"/>
                  </a:rPr>
                  <a:t>No existing sprites in project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57E3E-D7C9-9832-DE69-AF2706D88614}"/>
              </a:ext>
            </a:extLst>
          </p:cNvPr>
          <p:cNvGrpSpPr/>
          <p:nvPr/>
        </p:nvGrpSpPr>
        <p:grpSpPr>
          <a:xfrm>
            <a:off x="6231978" y="377904"/>
            <a:ext cx="5071090" cy="880321"/>
            <a:chOff x="5967440" y="1342821"/>
            <a:chExt cx="5622442" cy="541762"/>
          </a:xfrm>
        </p:grpSpPr>
        <p:sp>
          <p:nvSpPr>
            <p:cNvPr id="16" name="Rectangle: Diagonal Corners Snipped 15">
              <a:extLst>
                <a:ext uri="{FF2B5EF4-FFF2-40B4-BE49-F238E27FC236}">
                  <a16:creationId xmlns:a16="http://schemas.microsoft.com/office/drawing/2014/main" id="{D8C6AA56-9890-40B6-71EA-CF9200AE6083}"/>
                </a:ext>
              </a:extLst>
            </p:cNvPr>
            <p:cNvSpPr/>
            <p:nvPr/>
          </p:nvSpPr>
          <p:spPr>
            <a:xfrm>
              <a:off x="5967441" y="1342821"/>
              <a:ext cx="5622441" cy="541762"/>
            </a:xfrm>
            <a:prstGeom prst="snip2DiagRect">
              <a:avLst>
                <a:gd name="adj1" fmla="val 0"/>
                <a:gd name="adj2" fmla="val 29148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F8DFC8-A172-4C93-21FE-43D660F0BEEC}"/>
                </a:ext>
              </a:extLst>
            </p:cNvPr>
            <p:cNvSpPr txBox="1"/>
            <p:nvPr/>
          </p:nvSpPr>
          <p:spPr>
            <a:xfrm>
              <a:off x="5967440" y="1396011"/>
              <a:ext cx="5622441" cy="454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Clicking </a:t>
              </a:r>
              <a:r>
                <a:rPr lang="en-US" sz="1400" dirty="0">
                  <a:solidFill>
                    <a:srgbClr val="00FFFF"/>
                  </a:solidFill>
                  <a:ea typeface="+mj-ea"/>
                  <a:cs typeface="+mj-cs"/>
                </a:rPr>
                <a:t>Create Sprites 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will create </a:t>
              </a:r>
              <a:r>
                <a:rPr lang="en-US" sz="1400" dirty="0">
                  <a:solidFill>
                    <a:srgbClr val="FF00FF"/>
                  </a:solidFill>
                  <a:ea typeface="+mj-ea"/>
                  <a:cs typeface="+mj-cs"/>
                </a:rPr>
                <a:t>sprite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 assets with the same name as the sprites that were in the directory set in Select Sprite Directory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B8E9316-2A55-F6E2-F963-5C6FC7AC9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065" y="7799976"/>
            <a:ext cx="2853124" cy="1069037"/>
          </a:xfrm>
          <a:prstGeom prst="rect">
            <a:avLst/>
          </a:prstGeom>
          <a:solidFill>
            <a:schemeClr val="tx1"/>
          </a:solidFill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A97102-0A41-02A9-8CCB-24956F7666E3}"/>
              </a:ext>
            </a:extLst>
          </p:cNvPr>
          <p:cNvGrpSpPr/>
          <p:nvPr/>
        </p:nvGrpSpPr>
        <p:grpSpPr>
          <a:xfrm>
            <a:off x="5068207" y="5289347"/>
            <a:ext cx="1718311" cy="2372925"/>
            <a:chOff x="5415868" y="3153149"/>
            <a:chExt cx="346128" cy="5628330"/>
          </a:xfrm>
        </p:grpSpPr>
        <p:sp>
          <p:nvSpPr>
            <p:cNvPr id="21" name="Rectangle: Diagonal Corners Snipped 20">
              <a:extLst>
                <a:ext uri="{FF2B5EF4-FFF2-40B4-BE49-F238E27FC236}">
                  <a16:creationId xmlns:a16="http://schemas.microsoft.com/office/drawing/2014/main" id="{F9856EF3-3692-97E4-2AA2-38DF0D7A25F7}"/>
                </a:ext>
              </a:extLst>
            </p:cNvPr>
            <p:cNvSpPr/>
            <p:nvPr/>
          </p:nvSpPr>
          <p:spPr>
            <a:xfrm>
              <a:off x="5415868" y="3153149"/>
              <a:ext cx="346128" cy="5628330"/>
            </a:xfrm>
            <a:prstGeom prst="snip2DiagRect">
              <a:avLst>
                <a:gd name="adj1" fmla="val 0"/>
                <a:gd name="adj2" fmla="val 14636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9456B3-7ED5-5CE3-401F-AD63DD9B75D4}"/>
                </a:ext>
              </a:extLst>
            </p:cNvPr>
            <p:cNvSpPr txBox="1"/>
            <p:nvPr/>
          </p:nvSpPr>
          <p:spPr>
            <a:xfrm>
              <a:off x="5428117" y="3422952"/>
              <a:ext cx="321630" cy="43305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If </a:t>
              </a:r>
              <a:r>
                <a:rPr lang="en-US" sz="1200" dirty="0">
                  <a:solidFill>
                    <a:srgbClr val="FF00FF"/>
                  </a:solidFill>
                  <a:ea typeface="+mj-ea"/>
                  <a:cs typeface="+mj-cs"/>
                </a:rPr>
                <a:t>sprites with the same name exist in the project </a:t>
              </a: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you’ll receive either a message instructing you to rename the sprites or a report of which sprites could be created and the names of the ones that were skipped.  </a:t>
              </a:r>
              <a:endParaRPr lang="en-US" sz="1200" dirty="0">
                <a:solidFill>
                  <a:srgbClr val="92D050"/>
                </a:solidFill>
                <a:ea typeface="+mj-ea"/>
                <a:cs typeface="+mj-cs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47A7A3CC-45C5-2FA9-62F9-68E8F37277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217" y="5477729"/>
            <a:ext cx="2853124" cy="2005297"/>
          </a:xfrm>
          <a:prstGeom prst="rect">
            <a:avLst/>
          </a:prstGeom>
          <a:solidFill>
            <a:schemeClr val="tx1"/>
          </a:solidFill>
          <a:ln>
            <a:solidFill>
              <a:srgbClr val="FF00FF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103AF6-11E6-21F7-3903-044D6136A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835" y="1991631"/>
            <a:ext cx="2333951" cy="2715004"/>
          </a:xfrm>
          <a:prstGeom prst="rect">
            <a:avLst/>
          </a:prstGeom>
          <a:solidFill>
            <a:schemeClr val="tx1"/>
          </a:solidFill>
          <a:ln>
            <a:solidFill>
              <a:srgbClr val="00FFFF"/>
            </a:solidFill>
          </a:ln>
        </p:spPr>
      </p:pic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DF245102-4F42-AB27-7601-A4728453CDAE}"/>
              </a:ext>
            </a:extLst>
          </p:cNvPr>
          <p:cNvSpPr/>
          <p:nvPr/>
        </p:nvSpPr>
        <p:spPr>
          <a:xfrm>
            <a:off x="6558405" y="2854532"/>
            <a:ext cx="978863" cy="480535"/>
          </a:xfrm>
          <a:prstGeom prst="stripedRightArrow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8694A-5E56-49A7-7476-6FD0E420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FC0F8E22-E226-223A-EFDD-39CE20BF97F2}"/>
              </a:ext>
            </a:extLst>
          </p:cNvPr>
          <p:cNvSpPr/>
          <p:nvPr/>
        </p:nvSpPr>
        <p:spPr>
          <a:xfrm>
            <a:off x="176379" y="732187"/>
            <a:ext cx="5492901" cy="34492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2DE4C9D-FFB8-BEDD-13AB-A3C772DE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12" y="736147"/>
            <a:ext cx="5201106" cy="344923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Create Objects, Create Sprites, </a:t>
            </a:r>
            <a:r>
              <a:rPr lang="en-US" sz="1400" dirty="0">
                <a:solidFill>
                  <a:srgbClr val="FF00FF"/>
                </a:solidFill>
                <a:latin typeface="+mn-lt"/>
              </a:rPr>
              <a:t>Create Both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(Sprites &amp; Objects)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D1FFEF4-7299-FD29-6E94-9AAB9FF44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11" y="2750333"/>
            <a:ext cx="4191476" cy="58115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38BB49A-D6BC-06AD-A33C-14C6C5C3DB3F}"/>
              </a:ext>
            </a:extLst>
          </p:cNvPr>
          <p:cNvSpPr/>
          <p:nvPr/>
        </p:nvSpPr>
        <p:spPr>
          <a:xfrm>
            <a:off x="361950" y="8096250"/>
            <a:ext cx="1993899" cy="315563"/>
          </a:xfrm>
          <a:prstGeom prst="rect">
            <a:avLst/>
          </a:prstGeom>
          <a:noFill/>
          <a:ln>
            <a:solidFill>
              <a:srgbClr val="92D050"/>
            </a:solidFill>
          </a:ln>
          <a:effectLst>
            <a:glow rad="63500">
              <a:srgbClr val="92D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257035-2A49-97FC-FCC4-AEEDA59BA8FF}"/>
              </a:ext>
            </a:extLst>
          </p:cNvPr>
          <p:cNvGrpSpPr/>
          <p:nvPr/>
        </p:nvGrpSpPr>
        <p:grpSpPr>
          <a:xfrm>
            <a:off x="943899" y="1367349"/>
            <a:ext cx="3178046" cy="411997"/>
            <a:chOff x="943899" y="1367349"/>
            <a:chExt cx="3178046" cy="4119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34610F3-86F8-2B74-59BD-985042E25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3899" y="1367349"/>
              <a:ext cx="3135746" cy="41199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70726D9-B3F2-4E4F-7C6A-B2B77A30321F}"/>
                </a:ext>
              </a:extLst>
            </p:cNvPr>
            <p:cNvSpPr/>
            <p:nvPr/>
          </p:nvSpPr>
          <p:spPr>
            <a:xfrm>
              <a:off x="3090389" y="1367350"/>
              <a:ext cx="1031556" cy="411996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882B11E-8881-54D3-E4B5-8A9125C07ADE}"/>
              </a:ext>
            </a:extLst>
          </p:cNvPr>
          <p:cNvGrpSpPr/>
          <p:nvPr/>
        </p:nvGrpSpPr>
        <p:grpSpPr>
          <a:xfrm>
            <a:off x="4971746" y="4789326"/>
            <a:ext cx="2248508" cy="2305338"/>
            <a:chOff x="7186671" y="1983716"/>
            <a:chExt cx="2248508" cy="23053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AAF83C-BE9A-757D-151C-7F9116B17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5480" y="1983716"/>
              <a:ext cx="1429160" cy="1824803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4FE6791-99A5-2BB8-C80E-5F6DCDEE0111}"/>
                </a:ext>
              </a:extLst>
            </p:cNvPr>
            <p:cNvGrpSpPr/>
            <p:nvPr/>
          </p:nvGrpSpPr>
          <p:grpSpPr>
            <a:xfrm>
              <a:off x="7186671" y="3808519"/>
              <a:ext cx="2248508" cy="480535"/>
              <a:chOff x="8135312" y="3983742"/>
              <a:chExt cx="2248508" cy="480535"/>
            </a:xfrm>
          </p:grpSpPr>
          <p:sp>
            <p:nvSpPr>
              <p:cNvPr id="10" name="Rectangle: Diagonal Corners Snipped 9">
                <a:extLst>
                  <a:ext uri="{FF2B5EF4-FFF2-40B4-BE49-F238E27FC236}">
                    <a16:creationId xmlns:a16="http://schemas.microsoft.com/office/drawing/2014/main" id="{23218CE3-E40B-D10B-BAD4-6B9FB15626C0}"/>
                  </a:ext>
                </a:extLst>
              </p:cNvPr>
              <p:cNvSpPr/>
              <p:nvPr/>
            </p:nvSpPr>
            <p:spPr>
              <a:xfrm>
                <a:off x="8241810" y="3983742"/>
                <a:ext cx="2035512" cy="480535"/>
              </a:xfrm>
              <a:prstGeom prst="snip2DiagRect">
                <a:avLst>
                  <a:gd name="adj1" fmla="val 0"/>
                  <a:gd name="adj2" fmla="val 29148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597799-E555-9D10-02B6-E949414E2827}"/>
                  </a:ext>
                </a:extLst>
              </p:cNvPr>
              <p:cNvSpPr txBox="1"/>
              <p:nvPr/>
            </p:nvSpPr>
            <p:spPr>
              <a:xfrm>
                <a:off x="8135312" y="4023954"/>
                <a:ext cx="224850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i="1" dirty="0">
                    <a:solidFill>
                      <a:srgbClr val="00FFFF"/>
                    </a:solidFill>
                    <a:ea typeface="+mj-ea"/>
                    <a:cs typeface="+mj-cs"/>
                  </a:rPr>
                  <a:t>Game Maker Project Asset Browser</a:t>
                </a:r>
              </a:p>
              <a:p>
                <a:pPr algn="ctr"/>
                <a:r>
                  <a:rPr lang="en-US" sz="1000" i="1" dirty="0">
                    <a:solidFill>
                      <a:srgbClr val="00FFFF"/>
                    </a:solidFill>
                    <a:ea typeface="+mj-ea"/>
                    <a:cs typeface="+mj-cs"/>
                  </a:rPr>
                  <a:t>No existing  assets</a:t>
                </a:r>
              </a:p>
            </p:txBody>
          </p:sp>
        </p:grpSp>
      </p:grp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B9901320-6B60-0419-F6FF-6F0D29134A35}"/>
              </a:ext>
            </a:extLst>
          </p:cNvPr>
          <p:cNvSpPr/>
          <p:nvPr/>
        </p:nvSpPr>
        <p:spPr>
          <a:xfrm>
            <a:off x="6834754" y="5651646"/>
            <a:ext cx="2035498" cy="480535"/>
          </a:xfrm>
          <a:prstGeom prst="stripedRightArrow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016B10-269E-F762-1C26-51234D05E2CD}"/>
              </a:ext>
            </a:extLst>
          </p:cNvPr>
          <p:cNvGrpSpPr/>
          <p:nvPr/>
        </p:nvGrpSpPr>
        <p:grpSpPr>
          <a:xfrm>
            <a:off x="6231978" y="377904"/>
            <a:ext cx="5071090" cy="880321"/>
            <a:chOff x="5967440" y="1342821"/>
            <a:chExt cx="5622442" cy="541762"/>
          </a:xfrm>
        </p:grpSpPr>
        <p:sp>
          <p:nvSpPr>
            <p:cNvPr id="16" name="Rectangle: Diagonal Corners Snipped 15">
              <a:extLst>
                <a:ext uri="{FF2B5EF4-FFF2-40B4-BE49-F238E27FC236}">
                  <a16:creationId xmlns:a16="http://schemas.microsoft.com/office/drawing/2014/main" id="{05011FF5-184A-14D5-8AA9-49572E9BA006}"/>
                </a:ext>
              </a:extLst>
            </p:cNvPr>
            <p:cNvSpPr/>
            <p:nvPr/>
          </p:nvSpPr>
          <p:spPr>
            <a:xfrm>
              <a:off x="5967441" y="1342821"/>
              <a:ext cx="5622441" cy="541762"/>
            </a:xfrm>
            <a:prstGeom prst="snip2DiagRect">
              <a:avLst>
                <a:gd name="adj1" fmla="val 0"/>
                <a:gd name="adj2" fmla="val 29148"/>
              </a:avLst>
            </a:prstGeom>
            <a:solidFill>
              <a:schemeClr val="tx1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469A17-A6E3-EEFA-87B9-2B3A6CD0400C}"/>
                </a:ext>
              </a:extLst>
            </p:cNvPr>
            <p:cNvSpPr txBox="1"/>
            <p:nvPr/>
          </p:nvSpPr>
          <p:spPr>
            <a:xfrm>
              <a:off x="5967440" y="1396011"/>
              <a:ext cx="5622441" cy="454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Clicking </a:t>
              </a:r>
              <a:r>
                <a:rPr lang="en-US" sz="1400" dirty="0">
                  <a:solidFill>
                    <a:srgbClr val="00FFFF"/>
                  </a:solidFill>
                  <a:ea typeface="+mj-ea"/>
                  <a:cs typeface="+mj-cs"/>
                </a:rPr>
                <a:t>Create Both </a:t>
              </a: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ea typeface="+mj-ea"/>
                  <a:cs typeface="+mj-cs"/>
                </a:rPr>
                <a:t>will create object assets &amp; sprite assets with the same name as the sprites that were in the directory set in Select Sprite Directory</a:t>
              </a:r>
            </a:p>
          </p:txBody>
        </p:sp>
      </p:grpSp>
      <p:sp>
        <p:nvSpPr>
          <p:cNvPr id="19" name="Rectangle: Diagonal Corners Snipped 18">
            <a:extLst>
              <a:ext uri="{FF2B5EF4-FFF2-40B4-BE49-F238E27FC236}">
                <a16:creationId xmlns:a16="http://schemas.microsoft.com/office/drawing/2014/main" id="{356AFD5E-0A40-92CE-66D6-38D4FD3FD4B4}"/>
              </a:ext>
            </a:extLst>
          </p:cNvPr>
          <p:cNvSpPr/>
          <p:nvPr/>
        </p:nvSpPr>
        <p:spPr>
          <a:xfrm>
            <a:off x="5114924" y="1779345"/>
            <a:ext cx="4639823" cy="1773030"/>
          </a:xfrm>
          <a:prstGeom prst="snip2DiagRect">
            <a:avLst>
              <a:gd name="adj1" fmla="val 0"/>
              <a:gd name="adj2" fmla="val 9153"/>
            </a:avLst>
          </a:prstGeom>
          <a:solidFill>
            <a:schemeClr val="tx1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380589-D8B5-FDD2-5F81-563CFA889207}"/>
              </a:ext>
            </a:extLst>
          </p:cNvPr>
          <p:cNvSpPr txBox="1"/>
          <p:nvPr/>
        </p:nvSpPr>
        <p:spPr>
          <a:xfrm>
            <a:off x="5114925" y="1724118"/>
            <a:ext cx="4639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If </a:t>
            </a:r>
            <a:r>
              <a:rPr lang="en-US" sz="1200" dirty="0">
                <a:solidFill>
                  <a:srgbClr val="00FFFF"/>
                </a:solidFill>
                <a:ea typeface="+mj-ea"/>
                <a:cs typeface="+mj-cs"/>
              </a:rPr>
              <a:t>tags</a:t>
            </a: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 were set, they will be applied to both the Objects &amp; Sprites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>
                  <a:lumMod val="95000"/>
                </a:schemeClr>
              </a:solidFill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The </a:t>
            </a:r>
            <a:r>
              <a:rPr lang="en-US" sz="1200" dirty="0">
                <a:solidFill>
                  <a:srgbClr val="00FFFF"/>
                </a:solidFill>
                <a:ea typeface="+mj-ea"/>
                <a:cs typeface="+mj-cs"/>
              </a:rPr>
              <a:t>origin point </a:t>
            </a: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of sprites will be set to your selection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92D050"/>
              </a:solidFill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FFFF"/>
                </a:solidFill>
                <a:ea typeface="+mj-ea"/>
                <a:cs typeface="+mj-cs"/>
              </a:rPr>
              <a:t>Parent Object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Created if no parent of the same name exists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Set to existing parent by the name specified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D050"/>
                </a:solidFill>
                <a:ea typeface="+mj-ea"/>
                <a:cs typeface="+mj-cs"/>
              </a:rPr>
              <a:t>Nothing if left blank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361D3B-41CD-27D5-FAF4-F8603986D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0254" y="4371264"/>
            <a:ext cx="1146715" cy="1019302"/>
          </a:xfrm>
          <a:prstGeom prst="rect">
            <a:avLst/>
          </a:prstGeom>
          <a:solidFill>
            <a:schemeClr val="tx1"/>
          </a:solidFill>
          <a:ln w="19050">
            <a:solidFill>
              <a:srgbClr val="FF00FF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1E421D-B024-1C12-1F38-E838AFEF3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0854" y="3906449"/>
            <a:ext cx="2035499" cy="4189801"/>
          </a:xfrm>
          <a:prstGeom prst="rect">
            <a:avLst/>
          </a:prstGeom>
          <a:solidFill>
            <a:schemeClr val="tx1"/>
          </a:solidFill>
          <a:ln>
            <a:solidFill>
              <a:srgbClr val="00FFFF"/>
            </a:solidFill>
          </a:ln>
        </p:spPr>
      </p:pic>
    </p:spTree>
    <p:extLst>
      <p:ext uri="{BB962C8B-B14F-4D97-AF65-F5344CB8AC3E}">
        <p14:creationId xmlns:p14="http://schemas.microsoft.com/office/powerpoint/2010/main" val="71226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1712</TotalTime>
  <Words>648</Words>
  <Application>Microsoft Office PowerPoint</Application>
  <PresentationFormat>Custom</PresentationFormat>
  <Paragraphs>63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Select Browse under the Select Sprites Directory section</vt:lpstr>
      <vt:lpstr>Select Browse under the Select Game Maker Project Directory section.</vt:lpstr>
      <vt:lpstr>Select Object / Sprite target folders with the dropdown selection menu.</vt:lpstr>
      <vt:lpstr>Enter Object / Sprite name prefix into the Name Prefix fields.</vt:lpstr>
      <vt:lpstr>Enter optional Parent Object name and an optional list of Tags.</vt:lpstr>
      <vt:lpstr>Create Objects, Create Sprites, Create Both (Sprites &amp; Objects)</vt:lpstr>
      <vt:lpstr>Create Objects, Create Sprites, Create Both (Sprites &amp; Objects)</vt:lpstr>
      <vt:lpstr>Create Objects, Create Sprites, Create Both (Sprites &amp; Objects)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Trombley</dc:creator>
  <cp:lastModifiedBy>Adam Trombley</cp:lastModifiedBy>
  <cp:revision>10</cp:revision>
  <dcterms:created xsi:type="dcterms:W3CDTF">2025-09-23T20:01:22Z</dcterms:created>
  <dcterms:modified xsi:type="dcterms:W3CDTF">2025-09-25T19:27:47Z</dcterms:modified>
</cp:coreProperties>
</file>